
<file path=[Content_Types].xml><?xml version="1.0" encoding="utf-8"?>
<Types xmlns="http://schemas.openxmlformats.org/package/2006/content-types">
  <Default Extension="jpeg" ContentType="image/jpeg"/>
  <Default Extension="JPG" ContentType="image/.jpg"/>
  <Default Extension="wmf" ContentType="image/x-w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4" r:id="rId3"/>
  </p:sldMasterIdLst>
  <p:notesMasterIdLst>
    <p:notesMasterId r:id="rId5"/>
  </p:notesMasterIdLst>
  <p:sldIdLst>
    <p:sldId id="256" r:id="rId4"/>
    <p:sldId id="298" r:id="rId6"/>
    <p:sldId id="300" r:id="rId7"/>
    <p:sldId id="289" r:id="rId8"/>
    <p:sldId id="257" r:id="rId9"/>
    <p:sldId id="278" r:id="rId10"/>
    <p:sldId id="258" r:id="rId11"/>
    <p:sldId id="259" r:id="rId12"/>
    <p:sldId id="279" r:id="rId13"/>
    <p:sldId id="260" r:id="rId14"/>
    <p:sldId id="273" r:id="rId15"/>
    <p:sldId id="302" r:id="rId16"/>
    <p:sldId id="287" r:id="rId17"/>
    <p:sldId id="261" r:id="rId18"/>
    <p:sldId id="303" r:id="rId19"/>
    <p:sldId id="274" r:id="rId20"/>
    <p:sldId id="262" r:id="rId21"/>
    <p:sldId id="288" r:id="rId22"/>
    <p:sldId id="275" r:id="rId23"/>
    <p:sldId id="263" r:id="rId24"/>
    <p:sldId id="264" r:id="rId25"/>
    <p:sldId id="265" r:id="rId26"/>
    <p:sldId id="266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67" r:id="rId35"/>
    <p:sldId id="296" r:id="rId36"/>
    <p:sldId id="268" r:id="rId37"/>
    <p:sldId id="269" r:id="rId38"/>
    <p:sldId id="270" r:id="rId39"/>
    <p:sldId id="276" r:id="rId40"/>
    <p:sldId id="271" r:id="rId41"/>
    <p:sldId id="277" r:id="rId42"/>
  </p:sldIdLst>
  <p:sldSz cx="9144000" cy="6858000" type="screen4x3"/>
  <p:notesSz cx="6797675" cy="9874250"/>
  <p:defaultTextStyle>
    <a:defPPr>
      <a:defRPr lang="en-US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9"/>
    <p:restoredTop sz="90423"/>
  </p:normalViewPr>
  <p:slideViewPr>
    <p:cSldViewPr showGuides="1">
      <p:cViewPr varScale="1">
        <p:scale>
          <a:sx n="65" d="100"/>
          <a:sy n="65" d="100"/>
        </p:scale>
        <p:origin x="1530" y="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5" Type="http://schemas.openxmlformats.org/officeDocument/2006/relationships/tableStyles" Target="tableStyles.xml"/><Relationship Id="rId44" Type="http://schemas.openxmlformats.org/officeDocument/2006/relationships/viewProps" Target="viewProps.xml"/><Relationship Id="rId43" Type="http://schemas.openxmlformats.org/officeDocument/2006/relationships/presProps" Target="presProps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0" Type="http://schemas.openxmlformats.org/officeDocument/2006/relationships/slide" Target="slides/slide36.xml"/><Relationship Id="rId4" Type="http://schemas.openxmlformats.org/officeDocument/2006/relationships/slide" Target="slides/slide1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37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49688" y="0"/>
            <a:ext cx="2946400" cy="4937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>
                <a:latin typeface="Arial" panose="020B060402020202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6148" name="Rectangle 4"/>
          <p:cNvSpPr>
            <a:spLocks noRot="1" noTextEdit="1"/>
          </p:cNvSpPr>
          <p:nvPr>
            <p:ph type="sldImg" idx="2"/>
          </p:nvPr>
        </p:nvSpPr>
        <p:spPr>
          <a:xfrm>
            <a:off x="931863" y="741363"/>
            <a:ext cx="4935537" cy="370205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9450" y="4691063"/>
            <a:ext cx="5438775" cy="44434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Click to edit Master text styles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Second level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Third level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Fourth level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Fifth level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378950"/>
            <a:ext cx="2946400" cy="4937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49688" y="9378950"/>
            <a:ext cx="2946400" cy="4937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p>
            <a:pPr lvl="0" algn="r" eaLnBrk="1" hangingPunct="1">
              <a:buNone/>
            </a:pPr>
            <a:fld id="{9A0DB2DC-4C9A-4742-B13C-FB6460FD3503}" type="slidenum">
              <a:rPr lang="en-US" altLang="" sz="1200" dirty="0"/>
            </a:fld>
            <a:endParaRPr lang="en-US" altLang="" sz="12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4" name="Rectangle 7"/>
          <p:cNvSpPr txBox="1">
            <a:spLocks noGrp="1"/>
          </p:cNvSpPr>
          <p:nvPr>
            <p:ph type="sldNum" sz="quarter"/>
          </p:nvPr>
        </p:nvSpPr>
        <p:spPr>
          <a:xfrm>
            <a:off x="3849688" y="9378950"/>
            <a:ext cx="2946400" cy="493713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en-US" sz="1200" dirty="0"/>
            </a:fld>
            <a:endParaRPr lang="en-US" altLang="en-US" sz="1200" dirty="0"/>
          </a:p>
        </p:txBody>
      </p:sp>
      <p:sp>
        <p:nvSpPr>
          <p:cNvPr id="8195" name="Rectangle 2"/>
          <p:cNvSpPr>
            <a:spLocks noRot="1" noTextEdit="1"/>
          </p:cNvSpPr>
          <p:nvPr>
            <p:ph type="sldImg"/>
          </p:nvPr>
        </p:nvSpPr>
        <p:spPr>
          <a:ln/>
        </p:spPr>
      </p:sp>
      <p:sp>
        <p:nvSpPr>
          <p:cNvPr id="8196" name="Rectangle 3"/>
          <p:cNvSpPr>
            <a:spLocks noGrp="1"/>
          </p:cNvSpPr>
          <p:nvPr>
            <p:ph type="body" idx="1"/>
          </p:nvPr>
        </p:nvSpPr>
        <p:spPr>
          <a:xfrm>
            <a:off x="679450" y="4691063"/>
            <a:ext cx="5438775" cy="4443412"/>
          </a:xfrm>
          <a:ln/>
        </p:spPr>
        <p:txBody>
          <a:bodyPr wrap="square" lIns="91440" tIns="45720" rIns="91440" bIns="45720" anchor="t" anchorCtr="0"/>
          <a:p>
            <a:pPr lvl="0" eaLnBrk="1" hangingPunct="1"/>
            <a:endParaRPr lang="en-US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4" name="Rectangle 7"/>
          <p:cNvSpPr txBox="1">
            <a:spLocks noGrp="1"/>
          </p:cNvSpPr>
          <p:nvPr>
            <p:ph type="sldNum" sz="quarter"/>
          </p:nvPr>
        </p:nvSpPr>
        <p:spPr>
          <a:xfrm>
            <a:off x="3849688" y="9378950"/>
            <a:ext cx="2946400" cy="493713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en-US" sz="1200" dirty="0"/>
            </a:fld>
            <a:endParaRPr lang="en-US" altLang="en-US" sz="1200" dirty="0"/>
          </a:p>
        </p:txBody>
      </p:sp>
      <p:sp>
        <p:nvSpPr>
          <p:cNvPr id="13315" name="Rectangle 2"/>
          <p:cNvSpPr>
            <a:spLocks noRot="1" noTextEdit="1"/>
          </p:cNvSpPr>
          <p:nvPr>
            <p:ph type="sldImg"/>
          </p:nvPr>
        </p:nvSpPr>
        <p:spPr>
          <a:ln/>
        </p:spPr>
      </p:sp>
      <p:sp>
        <p:nvSpPr>
          <p:cNvPr id="13316" name="Rectangle 3"/>
          <p:cNvSpPr>
            <a:spLocks noGrp="1"/>
          </p:cNvSpPr>
          <p:nvPr>
            <p:ph type="body" idx="1"/>
          </p:nvPr>
        </p:nvSpPr>
        <p:spPr>
          <a:xfrm>
            <a:off x="679450" y="4691063"/>
            <a:ext cx="5438775" cy="4443412"/>
          </a:xfrm>
          <a:ln/>
        </p:spPr>
        <p:txBody>
          <a:bodyPr wrap="square" lIns="91440" tIns="45720" rIns="91440" bIns="45720" anchor="t" anchorCtr="0"/>
          <a:p>
            <a:pPr lvl="0" eaLnBrk="1" hangingPunct="1"/>
            <a:endParaRPr lang="en-US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36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49688" y="9378950"/>
            <a:ext cx="2946400" cy="493713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en-US" sz="1200" dirty="0"/>
            </a:fld>
            <a:endParaRPr lang="en-US" altLang="en-US" sz="1200" dirty="0"/>
          </a:p>
        </p:txBody>
      </p:sp>
      <p:sp>
        <p:nvSpPr>
          <p:cNvPr id="15363" name="Rectangle 2"/>
          <p:cNvSpPr>
            <a:spLocks noRot="1" noTextEdit="1"/>
          </p:cNvSpPr>
          <p:nvPr>
            <p:ph type="sldImg"/>
          </p:nvPr>
        </p:nvSpPr>
        <p:spPr>
          <a:ln/>
        </p:spPr>
      </p:sp>
      <p:sp>
        <p:nvSpPr>
          <p:cNvPr id="15364" name="Rectangle 3"/>
          <p:cNvSpPr>
            <a:spLocks noGrp="1"/>
          </p:cNvSpPr>
          <p:nvPr>
            <p:ph type="body" idx="1"/>
          </p:nvPr>
        </p:nvSpPr>
        <p:spPr>
          <a:xfrm>
            <a:off x="679450" y="4691063"/>
            <a:ext cx="5438775" cy="4443412"/>
          </a:xfrm>
          <a:ln/>
        </p:spPr>
        <p:txBody>
          <a:bodyPr wrap="square" lIns="91440" tIns="45720" rIns="91440" bIns="45720" anchor="t" anchorCtr="0"/>
          <a:p>
            <a:pPr lvl="0" eaLnBrk="1" hangingPunct="1"/>
            <a:endParaRPr lang="en-US" alt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10" name="Rectangle 7"/>
          <p:cNvSpPr txBox="1">
            <a:spLocks noGrp="1"/>
          </p:cNvSpPr>
          <p:nvPr>
            <p:ph type="sldNum" sz="quarter"/>
          </p:nvPr>
        </p:nvSpPr>
        <p:spPr>
          <a:xfrm>
            <a:off x="3849688" y="9378950"/>
            <a:ext cx="2946400" cy="493713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en-US" sz="1200" dirty="0"/>
            </a:fld>
            <a:endParaRPr lang="en-US" altLang="en-US" sz="1200" dirty="0"/>
          </a:p>
        </p:txBody>
      </p:sp>
      <p:sp>
        <p:nvSpPr>
          <p:cNvPr id="17411" name="Rectangle 2"/>
          <p:cNvSpPr>
            <a:spLocks noRot="1" noTextEdit="1"/>
          </p:cNvSpPr>
          <p:nvPr>
            <p:ph type="sldImg"/>
          </p:nvPr>
        </p:nvSpPr>
        <p:spPr>
          <a:ln/>
        </p:spPr>
      </p:sp>
      <p:sp>
        <p:nvSpPr>
          <p:cNvPr id="17412" name="Rectangle 3"/>
          <p:cNvSpPr>
            <a:spLocks noGrp="1"/>
          </p:cNvSpPr>
          <p:nvPr>
            <p:ph type="body" idx="1"/>
          </p:nvPr>
        </p:nvSpPr>
        <p:spPr>
          <a:xfrm>
            <a:off x="679450" y="4691063"/>
            <a:ext cx="5438775" cy="4443412"/>
          </a:xfrm>
          <a:ln/>
        </p:spPr>
        <p:txBody>
          <a:bodyPr wrap="square" lIns="91440" tIns="45720" rIns="91440" bIns="45720" anchor="t" anchorCtr="0"/>
          <a:p>
            <a:pPr lvl="0" eaLnBrk="1" hangingPunct="1"/>
            <a:endParaRPr lang="en-US" alt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458" name="Rectangle 7"/>
          <p:cNvSpPr txBox="1">
            <a:spLocks noGrp="1"/>
          </p:cNvSpPr>
          <p:nvPr>
            <p:ph type="sldNum" sz="quarter"/>
          </p:nvPr>
        </p:nvSpPr>
        <p:spPr>
          <a:xfrm>
            <a:off x="3849688" y="9378950"/>
            <a:ext cx="2946400" cy="493713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en-US" sz="1200" dirty="0"/>
            </a:fld>
            <a:endParaRPr lang="en-US" altLang="en-US" sz="1200" dirty="0"/>
          </a:p>
        </p:txBody>
      </p:sp>
      <p:sp>
        <p:nvSpPr>
          <p:cNvPr id="19459" name="Rectangle 2"/>
          <p:cNvSpPr>
            <a:spLocks noRot="1" noTextEdit="1"/>
          </p:cNvSpPr>
          <p:nvPr>
            <p:ph type="sldImg"/>
          </p:nvPr>
        </p:nvSpPr>
        <p:spPr>
          <a:ln/>
        </p:spPr>
      </p:sp>
      <p:sp>
        <p:nvSpPr>
          <p:cNvPr id="19460" name="Rectangle 3"/>
          <p:cNvSpPr>
            <a:spLocks noGrp="1"/>
          </p:cNvSpPr>
          <p:nvPr>
            <p:ph type="body" idx="1"/>
          </p:nvPr>
        </p:nvSpPr>
        <p:spPr>
          <a:xfrm>
            <a:off x="679450" y="4691063"/>
            <a:ext cx="5438775" cy="4443412"/>
          </a:xfrm>
          <a:ln/>
        </p:spPr>
        <p:txBody>
          <a:bodyPr wrap="square" lIns="91440" tIns="45720" rIns="91440" bIns="45720" anchor="t" anchorCtr="0"/>
          <a:p>
            <a:pPr lvl="0" eaLnBrk="1" hangingPunct="1"/>
            <a:endParaRPr lang="en-US" alt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506" name="Rectangle 7"/>
          <p:cNvSpPr txBox="1">
            <a:spLocks noGrp="1"/>
          </p:cNvSpPr>
          <p:nvPr>
            <p:ph type="sldNum" sz="quarter"/>
          </p:nvPr>
        </p:nvSpPr>
        <p:spPr>
          <a:xfrm>
            <a:off x="3849688" y="9378950"/>
            <a:ext cx="2946400" cy="493713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en-US" sz="1200" dirty="0"/>
            </a:fld>
            <a:endParaRPr lang="en-US" altLang="en-US" sz="1200" dirty="0"/>
          </a:p>
        </p:txBody>
      </p:sp>
      <p:sp>
        <p:nvSpPr>
          <p:cNvPr id="21507" name="Rectangle 2"/>
          <p:cNvSpPr>
            <a:spLocks noRot="1" noTextEdit="1"/>
          </p:cNvSpPr>
          <p:nvPr>
            <p:ph type="sldImg"/>
          </p:nvPr>
        </p:nvSpPr>
        <p:spPr>
          <a:ln/>
        </p:spPr>
      </p:sp>
      <p:sp>
        <p:nvSpPr>
          <p:cNvPr id="21508" name="Rectangle 3"/>
          <p:cNvSpPr>
            <a:spLocks noGrp="1"/>
          </p:cNvSpPr>
          <p:nvPr>
            <p:ph type="body" idx="1"/>
          </p:nvPr>
        </p:nvSpPr>
        <p:spPr>
          <a:xfrm>
            <a:off x="679450" y="4691063"/>
            <a:ext cx="5438775" cy="4443412"/>
          </a:xfrm>
          <a:ln/>
        </p:spPr>
        <p:txBody>
          <a:bodyPr wrap="square" lIns="91440" tIns="45720" rIns="91440" bIns="45720" anchor="t" anchorCtr="0"/>
          <a:p>
            <a:pPr lvl="0" eaLnBrk="1" hangingPunct="1"/>
            <a:endParaRPr lang="en-US" alt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554" name="Rectangle 7"/>
          <p:cNvSpPr txBox="1">
            <a:spLocks noGrp="1"/>
          </p:cNvSpPr>
          <p:nvPr>
            <p:ph type="sldNum" sz="quarter"/>
          </p:nvPr>
        </p:nvSpPr>
        <p:spPr>
          <a:xfrm>
            <a:off x="3849688" y="9378950"/>
            <a:ext cx="2946400" cy="493713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en-US" sz="1200" dirty="0"/>
            </a:fld>
            <a:endParaRPr lang="en-US" altLang="en-US" sz="1200" dirty="0"/>
          </a:p>
        </p:txBody>
      </p:sp>
      <p:sp>
        <p:nvSpPr>
          <p:cNvPr id="23555" name="Rectangle 2"/>
          <p:cNvSpPr>
            <a:spLocks noRot="1" noTextEdit="1"/>
          </p:cNvSpPr>
          <p:nvPr>
            <p:ph type="sldImg"/>
          </p:nvPr>
        </p:nvSpPr>
        <p:spPr>
          <a:ln/>
        </p:spPr>
      </p:sp>
      <p:sp>
        <p:nvSpPr>
          <p:cNvPr id="23556" name="Rectangle 3"/>
          <p:cNvSpPr>
            <a:spLocks noGrp="1"/>
          </p:cNvSpPr>
          <p:nvPr>
            <p:ph type="body" idx="1"/>
          </p:nvPr>
        </p:nvSpPr>
        <p:spPr>
          <a:xfrm>
            <a:off x="679450" y="4691063"/>
            <a:ext cx="5438775" cy="4443412"/>
          </a:xfrm>
          <a:ln/>
        </p:spPr>
        <p:txBody>
          <a:bodyPr wrap="square" lIns="91440" tIns="45720" rIns="91440" bIns="45720" anchor="t" anchorCtr="0"/>
          <a:p>
            <a:pPr lvl="0" eaLnBrk="1" hangingPunct="1"/>
            <a:endParaRPr lang="en-US" alt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60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49688" y="9378950"/>
            <a:ext cx="2946400" cy="493713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en-US" sz="1200" dirty="0">
                <a:solidFill>
                  <a:srgbClr val="000000"/>
                </a:solidFill>
              </a:rPr>
            </a:fld>
            <a:endParaRPr lang="en-US" altLang="en-US" sz="1200" dirty="0">
              <a:solidFill>
                <a:srgbClr val="000000"/>
              </a:solidFill>
            </a:endParaRPr>
          </a:p>
        </p:txBody>
      </p:sp>
      <p:sp>
        <p:nvSpPr>
          <p:cNvPr id="25603" name="Rectangle 2"/>
          <p:cNvSpPr>
            <a:spLocks noRot="1" noTextEdit="1"/>
          </p:cNvSpPr>
          <p:nvPr>
            <p:ph type="sldImg"/>
          </p:nvPr>
        </p:nvSpPr>
        <p:spPr>
          <a:ln/>
        </p:spPr>
      </p:sp>
      <p:sp>
        <p:nvSpPr>
          <p:cNvPr id="25604" name="Rectangle 3"/>
          <p:cNvSpPr>
            <a:spLocks noGrp="1"/>
          </p:cNvSpPr>
          <p:nvPr>
            <p:ph type="body" idx="1"/>
          </p:nvPr>
        </p:nvSpPr>
        <p:spPr>
          <a:xfrm>
            <a:off x="679450" y="4691063"/>
            <a:ext cx="5438775" cy="4443412"/>
          </a:xfrm>
          <a:ln/>
        </p:spPr>
        <p:txBody>
          <a:bodyPr wrap="square" lIns="91440" tIns="45720" rIns="91440" bIns="45720" anchor="t" anchorCtr="0"/>
          <a:p>
            <a:pPr lvl="0" eaLnBrk="1" hangingPunct="1"/>
            <a:endParaRPr lang="en-US" altLang="en-US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9698" name="Rectangle 7"/>
          <p:cNvSpPr txBox="1">
            <a:spLocks noGrp="1"/>
          </p:cNvSpPr>
          <p:nvPr>
            <p:ph type="sldNum" sz="quarter"/>
          </p:nvPr>
        </p:nvSpPr>
        <p:spPr>
          <a:xfrm>
            <a:off x="3849688" y="9378950"/>
            <a:ext cx="2946400" cy="493713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en-US" sz="1200" dirty="0"/>
            </a:fld>
            <a:endParaRPr lang="en-US" altLang="en-US" sz="1200" dirty="0"/>
          </a:p>
        </p:txBody>
      </p:sp>
      <p:sp>
        <p:nvSpPr>
          <p:cNvPr id="29699" name="Rectangle 2"/>
          <p:cNvSpPr>
            <a:spLocks noRot="1" noTextEdit="1"/>
          </p:cNvSpPr>
          <p:nvPr>
            <p:ph type="sldImg"/>
          </p:nvPr>
        </p:nvSpPr>
        <p:spPr>
          <a:ln/>
        </p:spPr>
      </p:sp>
      <p:sp>
        <p:nvSpPr>
          <p:cNvPr id="29700" name="Rectangle 3"/>
          <p:cNvSpPr>
            <a:spLocks noGrp="1"/>
          </p:cNvSpPr>
          <p:nvPr>
            <p:ph type="body" idx="1"/>
          </p:nvPr>
        </p:nvSpPr>
        <p:spPr>
          <a:xfrm>
            <a:off x="679450" y="4691063"/>
            <a:ext cx="5438775" cy="4443412"/>
          </a:xfrm>
          <a:ln/>
        </p:spPr>
        <p:txBody>
          <a:bodyPr wrap="square" lIns="91440" tIns="45720" rIns="91440" bIns="45720" anchor="t" anchorCtr="0"/>
          <a:p>
            <a:pPr lvl="0" eaLnBrk="1" hangingPunct="1"/>
            <a:endParaRPr lang="en-US" altLang="en-US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2770" name="Rectangle 7"/>
          <p:cNvSpPr txBox="1">
            <a:spLocks noGrp="1"/>
          </p:cNvSpPr>
          <p:nvPr>
            <p:ph type="sldNum" sz="quarter"/>
          </p:nvPr>
        </p:nvSpPr>
        <p:spPr>
          <a:xfrm>
            <a:off x="3849688" y="9378950"/>
            <a:ext cx="2946400" cy="493713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en-US" sz="1200" dirty="0"/>
            </a:fld>
            <a:endParaRPr lang="en-US" altLang="en-US" sz="1200" dirty="0"/>
          </a:p>
        </p:txBody>
      </p:sp>
      <p:sp>
        <p:nvSpPr>
          <p:cNvPr id="32771" name="Rectangle 2"/>
          <p:cNvSpPr>
            <a:spLocks noRot="1" noTextEdit="1"/>
          </p:cNvSpPr>
          <p:nvPr>
            <p:ph type="sldImg"/>
          </p:nvPr>
        </p:nvSpPr>
        <p:spPr>
          <a:ln/>
        </p:spPr>
      </p:sp>
      <p:sp>
        <p:nvSpPr>
          <p:cNvPr id="32772" name="Rectangle 3"/>
          <p:cNvSpPr>
            <a:spLocks noGrp="1"/>
          </p:cNvSpPr>
          <p:nvPr>
            <p:ph type="body" idx="1"/>
          </p:nvPr>
        </p:nvSpPr>
        <p:spPr>
          <a:xfrm>
            <a:off x="679450" y="4691063"/>
            <a:ext cx="5438775" cy="4443412"/>
          </a:xfrm>
          <a:ln/>
        </p:spPr>
        <p:txBody>
          <a:bodyPr wrap="square" lIns="91440" tIns="45720" rIns="91440" bIns="45720" anchor="t" anchorCtr="0"/>
          <a:p>
            <a:pPr lvl="0" eaLnBrk="1" hangingPunct="1"/>
            <a:endParaRPr lang="en-US" altLang="en-US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4818" name="Rectangle 7"/>
          <p:cNvSpPr txBox="1">
            <a:spLocks noGrp="1"/>
          </p:cNvSpPr>
          <p:nvPr>
            <p:ph type="sldNum" sz="quarter"/>
          </p:nvPr>
        </p:nvSpPr>
        <p:spPr>
          <a:xfrm>
            <a:off x="3849688" y="9378950"/>
            <a:ext cx="2946400" cy="493713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en-US" sz="1200" dirty="0"/>
            </a:fld>
            <a:endParaRPr lang="en-US" altLang="en-US" sz="1200" dirty="0"/>
          </a:p>
        </p:txBody>
      </p:sp>
      <p:sp>
        <p:nvSpPr>
          <p:cNvPr id="34819" name="Rectangle 2"/>
          <p:cNvSpPr>
            <a:spLocks noRot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/>
          <p:cNvSpPr>
            <a:spLocks noGrp="1"/>
          </p:cNvSpPr>
          <p:nvPr>
            <p:ph type="body" idx="1"/>
          </p:nvPr>
        </p:nvSpPr>
        <p:spPr>
          <a:xfrm>
            <a:off x="679450" y="4691063"/>
            <a:ext cx="5438775" cy="4443412"/>
          </a:xfrm>
          <a:ln/>
        </p:spPr>
        <p:txBody>
          <a:bodyPr wrap="square" lIns="91440" tIns="45720" rIns="91440" bIns="45720" anchor="t" anchorCtr="0"/>
          <a:p>
            <a:pPr lvl="0" eaLnBrk="1" hangingPunct="1"/>
            <a:endParaRPr lang="en-US" altLang="en-US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7890" name="Rectangle 7"/>
          <p:cNvSpPr txBox="1">
            <a:spLocks noGrp="1"/>
          </p:cNvSpPr>
          <p:nvPr>
            <p:ph type="sldNum" sz="quarter"/>
          </p:nvPr>
        </p:nvSpPr>
        <p:spPr>
          <a:xfrm>
            <a:off x="3849688" y="9378950"/>
            <a:ext cx="2946400" cy="493713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en-US" sz="1200" dirty="0"/>
            </a:fld>
            <a:endParaRPr lang="en-US" altLang="en-US" sz="1200" dirty="0"/>
          </a:p>
        </p:txBody>
      </p:sp>
      <p:sp>
        <p:nvSpPr>
          <p:cNvPr id="37891" name="Rectangle 2"/>
          <p:cNvSpPr>
            <a:spLocks noRot="1" noTextEdit="1"/>
          </p:cNvSpPr>
          <p:nvPr>
            <p:ph type="sldImg"/>
          </p:nvPr>
        </p:nvSpPr>
        <p:spPr>
          <a:ln/>
        </p:spPr>
      </p:sp>
      <p:sp>
        <p:nvSpPr>
          <p:cNvPr id="37892" name="Rectangle 3"/>
          <p:cNvSpPr>
            <a:spLocks noGrp="1"/>
          </p:cNvSpPr>
          <p:nvPr>
            <p:ph type="body" idx="1"/>
          </p:nvPr>
        </p:nvSpPr>
        <p:spPr>
          <a:xfrm>
            <a:off x="679450" y="4691063"/>
            <a:ext cx="5438775" cy="4443412"/>
          </a:xfrm>
          <a:ln/>
        </p:spPr>
        <p:txBody>
          <a:bodyPr wrap="square" lIns="91440" tIns="45720" rIns="91440" bIns="45720" anchor="t" anchorCtr="0"/>
          <a:p>
            <a:pPr lvl="0" eaLnBrk="1" hangingPunct="1"/>
            <a:endParaRPr lang="en-US" altLang="en-US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9938" name="Rectangle 7"/>
          <p:cNvSpPr txBox="1">
            <a:spLocks noGrp="1"/>
          </p:cNvSpPr>
          <p:nvPr>
            <p:ph type="sldNum" sz="quarter"/>
          </p:nvPr>
        </p:nvSpPr>
        <p:spPr>
          <a:xfrm>
            <a:off x="3849688" y="9378950"/>
            <a:ext cx="2946400" cy="493713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en-US" sz="1200" dirty="0"/>
            </a:fld>
            <a:endParaRPr lang="en-US" altLang="en-US" sz="1200" dirty="0"/>
          </a:p>
        </p:txBody>
      </p:sp>
      <p:sp>
        <p:nvSpPr>
          <p:cNvPr id="39939" name="Rectangle 2"/>
          <p:cNvSpPr>
            <a:spLocks noRot="1" noTextEdit="1"/>
          </p:cNvSpPr>
          <p:nvPr>
            <p:ph type="sldImg"/>
          </p:nvPr>
        </p:nvSpPr>
        <p:spPr>
          <a:ln/>
        </p:spPr>
      </p:sp>
      <p:sp>
        <p:nvSpPr>
          <p:cNvPr id="39940" name="Rectangle 3"/>
          <p:cNvSpPr>
            <a:spLocks noGrp="1"/>
          </p:cNvSpPr>
          <p:nvPr>
            <p:ph type="body" idx="1"/>
          </p:nvPr>
        </p:nvSpPr>
        <p:spPr>
          <a:xfrm>
            <a:off x="679450" y="4691063"/>
            <a:ext cx="5438775" cy="4443412"/>
          </a:xfrm>
          <a:ln/>
        </p:spPr>
        <p:txBody>
          <a:bodyPr wrap="square" lIns="91440" tIns="45720" rIns="91440" bIns="45720" anchor="t" anchorCtr="0"/>
          <a:p>
            <a:pPr lvl="0" eaLnBrk="1" hangingPunct="1"/>
            <a:endParaRPr lang="en-US" altLang="en-US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1986" name="Rectangle 7"/>
          <p:cNvSpPr txBox="1">
            <a:spLocks noGrp="1"/>
          </p:cNvSpPr>
          <p:nvPr>
            <p:ph type="sldNum" sz="quarter"/>
          </p:nvPr>
        </p:nvSpPr>
        <p:spPr>
          <a:xfrm>
            <a:off x="3849688" y="9378950"/>
            <a:ext cx="2946400" cy="493713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en-US" sz="1200" dirty="0"/>
            </a:fld>
            <a:endParaRPr lang="en-US" altLang="en-US" sz="1200" dirty="0"/>
          </a:p>
        </p:txBody>
      </p:sp>
      <p:sp>
        <p:nvSpPr>
          <p:cNvPr id="41987" name="Rectangle 2"/>
          <p:cNvSpPr>
            <a:spLocks noRot="1" noTextEdit="1"/>
          </p:cNvSpPr>
          <p:nvPr>
            <p:ph type="sldImg"/>
          </p:nvPr>
        </p:nvSpPr>
        <p:spPr>
          <a:ln/>
        </p:spPr>
      </p:sp>
      <p:sp>
        <p:nvSpPr>
          <p:cNvPr id="41988" name="Rectangle 3"/>
          <p:cNvSpPr>
            <a:spLocks noGrp="1"/>
          </p:cNvSpPr>
          <p:nvPr>
            <p:ph type="body" idx="1"/>
          </p:nvPr>
        </p:nvSpPr>
        <p:spPr>
          <a:xfrm>
            <a:off x="679450" y="4691063"/>
            <a:ext cx="5438775" cy="4443412"/>
          </a:xfrm>
          <a:ln/>
        </p:spPr>
        <p:txBody>
          <a:bodyPr wrap="square" lIns="91440" tIns="45720" rIns="91440" bIns="45720" anchor="t" anchorCtr="0"/>
          <a:p>
            <a:pPr lvl="0" eaLnBrk="1" hangingPunct="1"/>
            <a:endParaRPr lang="en-US" altLang="en-US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3010" name="Rectangle 7"/>
          <p:cNvSpPr txBox="1">
            <a:spLocks noGrp="1"/>
          </p:cNvSpPr>
          <p:nvPr>
            <p:ph type="sldNum" sz="quarter"/>
          </p:nvPr>
        </p:nvSpPr>
        <p:spPr>
          <a:xfrm>
            <a:off x="3849688" y="9378950"/>
            <a:ext cx="2946400" cy="493713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en-US" sz="1200" dirty="0"/>
            </a:fld>
            <a:endParaRPr lang="en-US" altLang="en-US" sz="1200" dirty="0"/>
          </a:p>
        </p:txBody>
      </p:sp>
      <p:sp>
        <p:nvSpPr>
          <p:cNvPr id="43011" name="Rectangle 2"/>
          <p:cNvSpPr>
            <a:spLocks noRot="1" noTextEdit="1"/>
          </p:cNvSpPr>
          <p:nvPr>
            <p:ph type="sldImg"/>
          </p:nvPr>
        </p:nvSpPr>
        <p:spPr>
          <a:ln/>
        </p:spPr>
      </p:sp>
      <p:sp>
        <p:nvSpPr>
          <p:cNvPr id="43012" name="Rectangle 3"/>
          <p:cNvSpPr>
            <a:spLocks noGrp="1"/>
          </p:cNvSpPr>
          <p:nvPr>
            <p:ph type="body" idx="1"/>
          </p:nvPr>
        </p:nvSpPr>
        <p:spPr>
          <a:xfrm>
            <a:off x="679450" y="4691063"/>
            <a:ext cx="5438775" cy="4443412"/>
          </a:xfrm>
          <a:ln/>
        </p:spPr>
        <p:txBody>
          <a:bodyPr wrap="square" lIns="91440" tIns="45720" rIns="91440" bIns="45720" anchor="t" anchorCtr="0"/>
          <a:p>
            <a:pPr lvl="0" eaLnBrk="1" hangingPunct="1"/>
            <a:endParaRPr lang="en-US" altLang="en-US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5058" name="Rectangle 7"/>
          <p:cNvSpPr txBox="1">
            <a:spLocks noGrp="1"/>
          </p:cNvSpPr>
          <p:nvPr>
            <p:ph type="sldNum" sz="quarter"/>
          </p:nvPr>
        </p:nvSpPr>
        <p:spPr>
          <a:xfrm>
            <a:off x="3849688" y="9378950"/>
            <a:ext cx="2946400" cy="493713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en-US" sz="1200" dirty="0"/>
            </a:fld>
            <a:endParaRPr lang="en-US" altLang="en-US" sz="1200" dirty="0"/>
          </a:p>
        </p:txBody>
      </p:sp>
      <p:sp>
        <p:nvSpPr>
          <p:cNvPr id="45059" name="Rectangle 2"/>
          <p:cNvSpPr>
            <a:spLocks noRot="1" noTextEdit="1"/>
          </p:cNvSpPr>
          <p:nvPr>
            <p:ph type="sldImg"/>
          </p:nvPr>
        </p:nvSpPr>
        <p:spPr>
          <a:ln/>
        </p:spPr>
      </p:sp>
      <p:sp>
        <p:nvSpPr>
          <p:cNvPr id="45060" name="Rectangle 3"/>
          <p:cNvSpPr>
            <a:spLocks noGrp="1"/>
          </p:cNvSpPr>
          <p:nvPr>
            <p:ph type="body" idx="1"/>
          </p:nvPr>
        </p:nvSpPr>
        <p:spPr>
          <a:xfrm>
            <a:off x="679450" y="4691063"/>
            <a:ext cx="5438775" cy="4443412"/>
          </a:xfrm>
          <a:ln/>
        </p:spPr>
        <p:txBody>
          <a:bodyPr wrap="square" lIns="91440" tIns="45720" rIns="91440" bIns="45720" anchor="t" anchorCtr="0"/>
          <a:p>
            <a:pPr lvl="0" eaLnBrk="1" hangingPunct="1"/>
            <a:endParaRPr lang="en-US" altLang="en-US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7106" name="Rectangle 7"/>
          <p:cNvSpPr txBox="1">
            <a:spLocks noGrp="1"/>
          </p:cNvSpPr>
          <p:nvPr>
            <p:ph type="sldNum" sz="quarter"/>
          </p:nvPr>
        </p:nvSpPr>
        <p:spPr>
          <a:xfrm>
            <a:off x="3849688" y="9378950"/>
            <a:ext cx="2946400" cy="493713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en-US" sz="1200" dirty="0"/>
            </a:fld>
            <a:endParaRPr lang="en-US" altLang="en-US" sz="1200" dirty="0"/>
          </a:p>
        </p:txBody>
      </p:sp>
      <p:sp>
        <p:nvSpPr>
          <p:cNvPr id="47107" name="Rectangle 2"/>
          <p:cNvSpPr>
            <a:spLocks noRot="1" noTextEdit="1"/>
          </p:cNvSpPr>
          <p:nvPr>
            <p:ph type="sldImg"/>
          </p:nvPr>
        </p:nvSpPr>
        <p:spPr>
          <a:ln/>
        </p:spPr>
      </p:sp>
      <p:sp>
        <p:nvSpPr>
          <p:cNvPr id="47108" name="Rectangle 3"/>
          <p:cNvSpPr>
            <a:spLocks noGrp="1"/>
          </p:cNvSpPr>
          <p:nvPr>
            <p:ph type="body" idx="1"/>
          </p:nvPr>
        </p:nvSpPr>
        <p:spPr>
          <a:xfrm>
            <a:off x="679450" y="4691063"/>
            <a:ext cx="5438775" cy="4443412"/>
          </a:xfrm>
          <a:ln/>
        </p:spPr>
        <p:txBody>
          <a:bodyPr wrap="square" lIns="91440" tIns="45720" rIns="91440" bIns="45720" anchor="t" anchorCtr="0"/>
          <a:p>
            <a:pPr lvl="0" eaLnBrk="1" hangingPunct="1"/>
            <a:endParaRPr lang="en-US" altLang="en-US"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9154" name="Rectangle 7"/>
          <p:cNvSpPr txBox="1">
            <a:spLocks noGrp="1"/>
          </p:cNvSpPr>
          <p:nvPr>
            <p:ph type="sldNum" sz="quarter"/>
          </p:nvPr>
        </p:nvSpPr>
        <p:spPr>
          <a:xfrm>
            <a:off x="3849688" y="9378950"/>
            <a:ext cx="2946400" cy="493713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en-US" sz="1200" dirty="0"/>
            </a:fld>
            <a:endParaRPr lang="en-US" altLang="en-US" sz="1200" dirty="0"/>
          </a:p>
        </p:txBody>
      </p:sp>
      <p:sp>
        <p:nvSpPr>
          <p:cNvPr id="49155" name="Rectangle 2"/>
          <p:cNvSpPr>
            <a:spLocks noRot="1" noTextEdit="1"/>
          </p:cNvSpPr>
          <p:nvPr>
            <p:ph type="sldImg"/>
          </p:nvPr>
        </p:nvSpPr>
        <p:spPr>
          <a:ln/>
        </p:spPr>
      </p:sp>
      <p:sp>
        <p:nvSpPr>
          <p:cNvPr id="49156" name="Rectangle 3"/>
          <p:cNvSpPr>
            <a:spLocks noGrp="1"/>
          </p:cNvSpPr>
          <p:nvPr>
            <p:ph type="body" idx="1"/>
          </p:nvPr>
        </p:nvSpPr>
        <p:spPr>
          <a:xfrm>
            <a:off x="679450" y="4691063"/>
            <a:ext cx="5438775" cy="4443412"/>
          </a:xfrm>
          <a:ln/>
        </p:spPr>
        <p:txBody>
          <a:bodyPr wrap="square" lIns="91440" tIns="45720" rIns="91440" bIns="45720" anchor="t" anchorCtr="0"/>
          <a:p>
            <a:pPr lvl="0" eaLnBrk="1" hangingPunct="1"/>
            <a:endParaRPr lang="en-US" altLang="en-US"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0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49688" y="9378950"/>
            <a:ext cx="2946400" cy="493713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en-US" sz="1200" dirty="0"/>
            </a:fld>
            <a:endParaRPr lang="en-US" altLang="en-US" sz="1200" dirty="0"/>
          </a:p>
        </p:txBody>
      </p:sp>
      <p:sp>
        <p:nvSpPr>
          <p:cNvPr id="51203" name="Rectangle 2"/>
          <p:cNvSpPr>
            <a:spLocks noRot="1" noTextEdit="1"/>
          </p:cNvSpPr>
          <p:nvPr>
            <p:ph type="sldImg"/>
          </p:nvPr>
        </p:nvSpPr>
        <p:spPr>
          <a:ln/>
        </p:spPr>
      </p:sp>
      <p:sp>
        <p:nvSpPr>
          <p:cNvPr id="51204" name="Rectangle 3"/>
          <p:cNvSpPr>
            <a:spLocks noGrp="1"/>
          </p:cNvSpPr>
          <p:nvPr>
            <p:ph type="body" idx="1"/>
          </p:nvPr>
        </p:nvSpPr>
        <p:spPr>
          <a:xfrm>
            <a:off x="679450" y="4691063"/>
            <a:ext cx="5438775" cy="4443412"/>
          </a:xfrm>
          <a:ln/>
        </p:spPr>
        <p:txBody>
          <a:bodyPr wrap="square" lIns="91440" tIns="45720" rIns="91440" bIns="45720" anchor="t" anchorCtr="0"/>
          <a:p>
            <a:pPr lvl="0" eaLnBrk="1" hangingPunct="1"/>
            <a:endParaRPr lang="en-US" altLang="en-US"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3250" name="Rectangle 7"/>
          <p:cNvSpPr txBox="1">
            <a:spLocks noGrp="1"/>
          </p:cNvSpPr>
          <p:nvPr>
            <p:ph type="sldNum" sz="quarter"/>
          </p:nvPr>
        </p:nvSpPr>
        <p:spPr>
          <a:xfrm>
            <a:off x="3849688" y="9378950"/>
            <a:ext cx="2946400" cy="493713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en-US" sz="1200" dirty="0"/>
            </a:fld>
            <a:endParaRPr lang="en-US" altLang="en-US" sz="1200" dirty="0"/>
          </a:p>
        </p:txBody>
      </p:sp>
      <p:sp>
        <p:nvSpPr>
          <p:cNvPr id="53251" name="Rectangle 2"/>
          <p:cNvSpPr>
            <a:spLocks noRot="1" noTextEdit="1"/>
          </p:cNvSpPr>
          <p:nvPr>
            <p:ph type="sldImg"/>
          </p:nvPr>
        </p:nvSpPr>
        <p:spPr>
          <a:ln/>
        </p:spPr>
      </p:sp>
      <p:sp>
        <p:nvSpPr>
          <p:cNvPr id="53252" name="Rectangle 3"/>
          <p:cNvSpPr>
            <a:spLocks noGrp="1"/>
          </p:cNvSpPr>
          <p:nvPr>
            <p:ph type="body" idx="1"/>
          </p:nvPr>
        </p:nvSpPr>
        <p:spPr>
          <a:xfrm>
            <a:off x="679450" y="4691063"/>
            <a:ext cx="5438775" cy="4443412"/>
          </a:xfrm>
          <a:ln/>
        </p:spPr>
        <p:txBody>
          <a:bodyPr wrap="square" lIns="91440" tIns="45720" rIns="91440" bIns="45720" anchor="t" anchorCtr="0"/>
          <a:p>
            <a:pPr lvl="0" eaLnBrk="1" hangingPunct="1"/>
            <a:endParaRPr lang="en-US" altLang="en-US" dirty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5298" name="Rectangle 7"/>
          <p:cNvSpPr txBox="1">
            <a:spLocks noGrp="1"/>
          </p:cNvSpPr>
          <p:nvPr>
            <p:ph type="sldNum" sz="quarter"/>
          </p:nvPr>
        </p:nvSpPr>
        <p:spPr>
          <a:xfrm>
            <a:off x="3849688" y="9378950"/>
            <a:ext cx="2946400" cy="493713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en-US" sz="1200" dirty="0"/>
            </a:fld>
            <a:endParaRPr lang="en-US" altLang="en-US" sz="1200" dirty="0"/>
          </a:p>
        </p:txBody>
      </p:sp>
      <p:sp>
        <p:nvSpPr>
          <p:cNvPr id="55299" name="Rectangle 2"/>
          <p:cNvSpPr>
            <a:spLocks noRot="1" noTextEdit="1"/>
          </p:cNvSpPr>
          <p:nvPr>
            <p:ph type="sldImg"/>
          </p:nvPr>
        </p:nvSpPr>
        <p:spPr>
          <a:ln/>
        </p:spPr>
      </p:sp>
      <p:sp>
        <p:nvSpPr>
          <p:cNvPr id="55300" name="Rectangle 3"/>
          <p:cNvSpPr>
            <a:spLocks noGrp="1"/>
          </p:cNvSpPr>
          <p:nvPr>
            <p:ph type="body" idx="1"/>
          </p:nvPr>
        </p:nvSpPr>
        <p:spPr>
          <a:xfrm>
            <a:off x="679450" y="4691063"/>
            <a:ext cx="5438775" cy="4443412"/>
          </a:xfrm>
          <a:ln/>
        </p:spPr>
        <p:txBody>
          <a:bodyPr wrap="square" lIns="91440" tIns="45720" rIns="91440" bIns="45720" anchor="t" anchorCtr="0"/>
          <a:p>
            <a:pPr lvl="0" eaLnBrk="1" hangingPunct="1"/>
            <a:endParaRPr lang="en-US" altLang="en-US" dirty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7346" name="Rectangle 7"/>
          <p:cNvSpPr txBox="1">
            <a:spLocks noGrp="1"/>
          </p:cNvSpPr>
          <p:nvPr>
            <p:ph type="sldNum" sz="quarter"/>
          </p:nvPr>
        </p:nvSpPr>
        <p:spPr>
          <a:xfrm>
            <a:off x="3849688" y="9378950"/>
            <a:ext cx="2946400" cy="493713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en-US" sz="1200" dirty="0"/>
            </a:fld>
            <a:endParaRPr lang="en-US" altLang="en-US" sz="1200" dirty="0"/>
          </a:p>
        </p:txBody>
      </p:sp>
      <p:sp>
        <p:nvSpPr>
          <p:cNvPr id="57347" name="Rectangle 2"/>
          <p:cNvSpPr>
            <a:spLocks noRot="1" noTextEdit="1"/>
          </p:cNvSpPr>
          <p:nvPr>
            <p:ph type="sldImg"/>
          </p:nvPr>
        </p:nvSpPr>
        <p:spPr>
          <a:ln/>
        </p:spPr>
      </p:sp>
      <p:sp>
        <p:nvSpPr>
          <p:cNvPr id="57348" name="Rectangle 3"/>
          <p:cNvSpPr>
            <a:spLocks noGrp="1"/>
          </p:cNvSpPr>
          <p:nvPr>
            <p:ph type="body" idx="1"/>
          </p:nvPr>
        </p:nvSpPr>
        <p:spPr>
          <a:xfrm>
            <a:off x="679450" y="4691063"/>
            <a:ext cx="5438775" cy="4443412"/>
          </a:xfrm>
          <a:ln/>
        </p:spPr>
        <p:txBody>
          <a:bodyPr wrap="square" lIns="91440" tIns="45720" rIns="91440" bIns="45720" anchor="t" anchorCtr="0"/>
          <a:p>
            <a:pPr lvl="0" eaLnBrk="1" hangingPunct="1"/>
            <a:endParaRPr lang="en-US" altLang="en-US" dirty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9394" name="Rectangle 7"/>
          <p:cNvSpPr txBox="1">
            <a:spLocks noGrp="1"/>
          </p:cNvSpPr>
          <p:nvPr>
            <p:ph type="sldNum" sz="quarter"/>
          </p:nvPr>
        </p:nvSpPr>
        <p:spPr>
          <a:xfrm>
            <a:off x="3849688" y="9378950"/>
            <a:ext cx="2946400" cy="493713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en-US" sz="1200" dirty="0"/>
            </a:fld>
            <a:endParaRPr lang="en-US" altLang="en-US" sz="1200" dirty="0"/>
          </a:p>
        </p:txBody>
      </p:sp>
      <p:sp>
        <p:nvSpPr>
          <p:cNvPr id="59395" name="Rectangle 2"/>
          <p:cNvSpPr>
            <a:spLocks noRot="1" noTextEdit="1"/>
          </p:cNvSpPr>
          <p:nvPr>
            <p:ph type="sldImg"/>
          </p:nvPr>
        </p:nvSpPr>
        <p:spPr>
          <a:ln/>
        </p:spPr>
      </p:sp>
      <p:sp>
        <p:nvSpPr>
          <p:cNvPr id="59396" name="Rectangle 3"/>
          <p:cNvSpPr>
            <a:spLocks noGrp="1"/>
          </p:cNvSpPr>
          <p:nvPr>
            <p:ph type="body" idx="1"/>
          </p:nvPr>
        </p:nvSpPr>
        <p:spPr>
          <a:xfrm>
            <a:off x="679450" y="4691063"/>
            <a:ext cx="5438775" cy="4443412"/>
          </a:xfrm>
          <a:ln/>
        </p:spPr>
        <p:txBody>
          <a:bodyPr wrap="square" lIns="91440" tIns="45720" rIns="91440" bIns="45720" anchor="t" anchorCtr="0"/>
          <a:p>
            <a:pPr lvl="0" eaLnBrk="1" hangingPunct="1"/>
            <a:endParaRPr lang="en-US" altLang="en-US" dirty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4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49688" y="9378950"/>
            <a:ext cx="2946400" cy="493713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en-US" sz="1200" dirty="0"/>
            </a:fld>
            <a:endParaRPr lang="en-US" altLang="en-US" sz="1200" dirty="0"/>
          </a:p>
        </p:txBody>
      </p:sp>
      <p:sp>
        <p:nvSpPr>
          <p:cNvPr id="61443" name="Rectangle 2"/>
          <p:cNvSpPr>
            <a:spLocks noRot="1" noTextEdit="1"/>
          </p:cNvSpPr>
          <p:nvPr>
            <p:ph type="sldImg"/>
          </p:nvPr>
        </p:nvSpPr>
        <p:spPr>
          <a:ln/>
        </p:spPr>
      </p:sp>
      <p:sp>
        <p:nvSpPr>
          <p:cNvPr id="61444" name="Rectangle 3"/>
          <p:cNvSpPr>
            <a:spLocks noGrp="1"/>
          </p:cNvSpPr>
          <p:nvPr>
            <p:ph type="body" idx="1"/>
          </p:nvPr>
        </p:nvSpPr>
        <p:spPr>
          <a:xfrm>
            <a:off x="679450" y="4691063"/>
            <a:ext cx="5438775" cy="4443412"/>
          </a:xfrm>
          <a:ln/>
        </p:spPr>
        <p:txBody>
          <a:bodyPr wrap="square" lIns="91440" tIns="45720" rIns="91440" bIns="45720" anchor="t" anchorCtr="0"/>
          <a:p>
            <a:pPr lvl="0" eaLnBrk="1" hangingPunct="1"/>
            <a:endParaRPr lang="en-US" altLang="en-US" dirty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4514" name="Rectangle 7"/>
          <p:cNvSpPr txBox="1">
            <a:spLocks noGrp="1"/>
          </p:cNvSpPr>
          <p:nvPr>
            <p:ph type="sldNum" sz="quarter"/>
          </p:nvPr>
        </p:nvSpPr>
        <p:spPr>
          <a:xfrm>
            <a:off x="3849688" y="9378950"/>
            <a:ext cx="2946400" cy="493713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en-US" sz="1200" dirty="0"/>
            </a:fld>
            <a:endParaRPr lang="en-US" altLang="en-US" sz="1200" dirty="0"/>
          </a:p>
        </p:txBody>
      </p:sp>
      <p:sp>
        <p:nvSpPr>
          <p:cNvPr id="64515" name="Rectangle 2"/>
          <p:cNvSpPr>
            <a:spLocks noRot="1" noTextEdit="1"/>
          </p:cNvSpPr>
          <p:nvPr>
            <p:ph type="sldImg"/>
          </p:nvPr>
        </p:nvSpPr>
        <p:spPr>
          <a:ln/>
        </p:spPr>
      </p:sp>
      <p:sp>
        <p:nvSpPr>
          <p:cNvPr id="64516" name="Rectangle 3"/>
          <p:cNvSpPr>
            <a:spLocks noGrp="1"/>
          </p:cNvSpPr>
          <p:nvPr>
            <p:ph type="body" idx="1"/>
          </p:nvPr>
        </p:nvSpPr>
        <p:spPr>
          <a:xfrm>
            <a:off x="679450" y="4691063"/>
            <a:ext cx="5438775" cy="4443412"/>
          </a:xfrm>
          <a:ln/>
        </p:spPr>
        <p:txBody>
          <a:bodyPr wrap="square" lIns="91440" tIns="45720" rIns="91440" bIns="45720" anchor="t" anchorCtr="0"/>
          <a:p>
            <a:pPr lvl="0" eaLnBrk="1" hangingPunct="1"/>
            <a:endParaRPr lang="en-US" altLang="en-US" dirty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656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49688" y="9378950"/>
            <a:ext cx="2946400" cy="493713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en-US" sz="1200" dirty="0"/>
            </a:fld>
            <a:endParaRPr lang="en-US" altLang="en-US" sz="1200" dirty="0"/>
          </a:p>
        </p:txBody>
      </p:sp>
      <p:sp>
        <p:nvSpPr>
          <p:cNvPr id="66563" name="Rectangle 2"/>
          <p:cNvSpPr>
            <a:spLocks noRot="1" noTextEdit="1"/>
          </p:cNvSpPr>
          <p:nvPr>
            <p:ph type="sldImg"/>
          </p:nvPr>
        </p:nvSpPr>
        <p:spPr>
          <a:ln/>
        </p:spPr>
      </p:sp>
      <p:sp>
        <p:nvSpPr>
          <p:cNvPr id="66564" name="Rectangle 3"/>
          <p:cNvSpPr>
            <a:spLocks noGrp="1"/>
          </p:cNvSpPr>
          <p:nvPr>
            <p:ph type="body" idx="1"/>
          </p:nvPr>
        </p:nvSpPr>
        <p:spPr>
          <a:xfrm>
            <a:off x="679450" y="4691063"/>
            <a:ext cx="5438775" cy="4443412"/>
          </a:xfrm>
          <a:ln/>
        </p:spPr>
        <p:txBody>
          <a:bodyPr wrap="square" lIns="91440" tIns="45720" rIns="91440" bIns="45720" anchor="t" anchorCtr="0"/>
          <a:p>
            <a:pPr lvl="0" eaLnBrk="1" hangingPunct="1"/>
            <a:endParaRPr lang="en-US" altLang="en-US" dirty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8610" name="Rectangle 7"/>
          <p:cNvSpPr txBox="1">
            <a:spLocks noGrp="1"/>
          </p:cNvSpPr>
          <p:nvPr>
            <p:ph type="sldNum" sz="quarter"/>
          </p:nvPr>
        </p:nvSpPr>
        <p:spPr>
          <a:xfrm>
            <a:off x="3849688" y="9378950"/>
            <a:ext cx="2946400" cy="493713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en-US" sz="1200" dirty="0"/>
            </a:fld>
            <a:endParaRPr lang="en-US" altLang="en-US" sz="1200" dirty="0"/>
          </a:p>
        </p:txBody>
      </p:sp>
      <p:sp>
        <p:nvSpPr>
          <p:cNvPr id="68611" name="Rectangle 2"/>
          <p:cNvSpPr>
            <a:spLocks noRot="1" noTextEdit="1"/>
          </p:cNvSpPr>
          <p:nvPr>
            <p:ph type="sldImg"/>
          </p:nvPr>
        </p:nvSpPr>
        <p:spPr>
          <a:ln/>
        </p:spPr>
      </p:sp>
      <p:sp>
        <p:nvSpPr>
          <p:cNvPr id="68612" name="Rectangle 3"/>
          <p:cNvSpPr>
            <a:spLocks noGrp="1"/>
          </p:cNvSpPr>
          <p:nvPr>
            <p:ph type="body" idx="1"/>
          </p:nvPr>
        </p:nvSpPr>
        <p:spPr>
          <a:xfrm>
            <a:off x="679450" y="4691063"/>
            <a:ext cx="5438775" cy="4443412"/>
          </a:xfrm>
          <a:ln/>
        </p:spPr>
        <p:txBody>
          <a:bodyPr wrap="square" lIns="91440" tIns="45720" rIns="91440" bIns="45720" anchor="t" anchorCtr="0"/>
          <a:p>
            <a:pPr lvl="0" eaLnBrk="1" hangingPunct="1"/>
            <a:endParaRPr lang="en-US" altLang="en-US" dirty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0658" name="Rectangle 7"/>
          <p:cNvSpPr txBox="1">
            <a:spLocks noGrp="1"/>
          </p:cNvSpPr>
          <p:nvPr>
            <p:ph type="sldNum" sz="quarter"/>
          </p:nvPr>
        </p:nvSpPr>
        <p:spPr>
          <a:xfrm>
            <a:off x="3849688" y="9378950"/>
            <a:ext cx="2946400" cy="493713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en-US" sz="1200" dirty="0"/>
            </a:fld>
            <a:endParaRPr lang="en-US" altLang="en-US" sz="1200" dirty="0"/>
          </a:p>
        </p:txBody>
      </p:sp>
      <p:sp>
        <p:nvSpPr>
          <p:cNvPr id="70659" name="Rectangle 2"/>
          <p:cNvSpPr>
            <a:spLocks noRot="1" noTextEdit="1"/>
          </p:cNvSpPr>
          <p:nvPr>
            <p:ph type="sldImg"/>
          </p:nvPr>
        </p:nvSpPr>
        <p:spPr>
          <a:ln/>
        </p:spPr>
      </p:sp>
      <p:sp>
        <p:nvSpPr>
          <p:cNvPr id="70660" name="Rectangle 3"/>
          <p:cNvSpPr>
            <a:spLocks noGrp="1"/>
          </p:cNvSpPr>
          <p:nvPr>
            <p:ph type="body" idx="1"/>
          </p:nvPr>
        </p:nvSpPr>
        <p:spPr>
          <a:xfrm>
            <a:off x="679450" y="4691063"/>
            <a:ext cx="5438775" cy="4443412"/>
          </a:xfrm>
          <a:ln/>
        </p:spPr>
        <p:txBody>
          <a:bodyPr wrap="square" lIns="91440" tIns="45720" rIns="91440" bIns="45720" anchor="t" anchorCtr="0"/>
          <a:p>
            <a:pPr lvl="0" eaLnBrk="1" hangingPunct="1"/>
            <a:endParaRPr lang="en-US" altLang="en-US" dirty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2706" name="Rectangle 7"/>
          <p:cNvSpPr txBox="1">
            <a:spLocks noGrp="1"/>
          </p:cNvSpPr>
          <p:nvPr>
            <p:ph type="sldNum" sz="quarter"/>
          </p:nvPr>
        </p:nvSpPr>
        <p:spPr>
          <a:xfrm>
            <a:off x="3849688" y="9378950"/>
            <a:ext cx="2946400" cy="493713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en-US" sz="1200" dirty="0"/>
            </a:fld>
            <a:endParaRPr lang="en-US" altLang="en-US" sz="1200" dirty="0"/>
          </a:p>
        </p:txBody>
      </p:sp>
      <p:sp>
        <p:nvSpPr>
          <p:cNvPr id="72707" name="Rectangle 2"/>
          <p:cNvSpPr>
            <a:spLocks noRot="1" noTextEdit="1"/>
          </p:cNvSpPr>
          <p:nvPr>
            <p:ph type="sldImg"/>
          </p:nvPr>
        </p:nvSpPr>
        <p:spPr>
          <a:ln/>
        </p:spPr>
      </p:sp>
      <p:sp>
        <p:nvSpPr>
          <p:cNvPr id="72708" name="Rectangle 3"/>
          <p:cNvSpPr>
            <a:spLocks noGrp="1"/>
          </p:cNvSpPr>
          <p:nvPr>
            <p:ph type="body" idx="1"/>
          </p:nvPr>
        </p:nvSpPr>
        <p:spPr>
          <a:xfrm>
            <a:off x="679450" y="4691063"/>
            <a:ext cx="5438775" cy="4443412"/>
          </a:xfrm>
          <a:ln/>
        </p:spPr>
        <p:txBody>
          <a:bodyPr wrap="square" lIns="91440" tIns="45720" rIns="91440" bIns="45720" anchor="t" anchorCtr="0"/>
          <a:p>
            <a:pPr lvl="0" eaLnBrk="1" hangingPunct="1"/>
            <a:endParaRPr lang="en-US" altLang="en-US" dirty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4754" name="Rectangle 7"/>
          <p:cNvSpPr txBox="1">
            <a:spLocks noGrp="1"/>
          </p:cNvSpPr>
          <p:nvPr>
            <p:ph type="sldNum" sz="quarter"/>
          </p:nvPr>
        </p:nvSpPr>
        <p:spPr>
          <a:xfrm>
            <a:off x="3849688" y="9378950"/>
            <a:ext cx="2946400" cy="493713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en-US" sz="1200" dirty="0"/>
            </a:fld>
            <a:endParaRPr lang="en-US" altLang="en-US" sz="1200" dirty="0"/>
          </a:p>
        </p:txBody>
      </p:sp>
      <p:sp>
        <p:nvSpPr>
          <p:cNvPr id="74755" name="Rectangle 2"/>
          <p:cNvSpPr>
            <a:spLocks noRot="1" noTextEdit="1"/>
          </p:cNvSpPr>
          <p:nvPr>
            <p:ph type="sldImg"/>
          </p:nvPr>
        </p:nvSpPr>
        <p:spPr>
          <a:ln/>
        </p:spPr>
      </p:sp>
      <p:sp>
        <p:nvSpPr>
          <p:cNvPr id="74756" name="Rectangle 3"/>
          <p:cNvSpPr>
            <a:spLocks noGrp="1"/>
          </p:cNvSpPr>
          <p:nvPr>
            <p:ph type="body" idx="1"/>
          </p:nvPr>
        </p:nvSpPr>
        <p:spPr>
          <a:xfrm>
            <a:off x="679450" y="4691063"/>
            <a:ext cx="5438775" cy="4443412"/>
          </a:xfrm>
          <a:ln/>
        </p:spPr>
        <p:txBody>
          <a:bodyPr wrap="square" lIns="91440" tIns="45720" rIns="91440" bIns="45720" anchor="t" anchorCtr="0"/>
          <a:p>
            <a:pPr lvl="0" eaLnBrk="1" hangingPunct="1"/>
            <a:endParaRPr lang="en-US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98" name="Group 2"/>
          <p:cNvGrpSpPr/>
          <p:nvPr/>
        </p:nvGrpSpPr>
        <p:grpSpPr>
          <a:xfrm>
            <a:off x="0" y="0"/>
            <a:ext cx="9144000" cy="6858000"/>
            <a:chOff x="0" y="0"/>
            <a:chExt cx="5760" cy="4320"/>
          </a:xfrm>
        </p:grpSpPr>
        <p:sp>
          <p:nvSpPr>
            <p:cNvPr id="3" name="Rectangle 3"/>
            <p:cNvSpPr>
              <a:spLocks noChangeArrowheads="1"/>
            </p:cNvSpPr>
            <p:nvPr/>
          </p:nvSpPr>
          <p:spPr bwMode="hidden">
            <a:xfrm>
              <a:off x="0" y="0"/>
              <a:ext cx="2208" cy="432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endParaRPr>
            </a:p>
          </p:txBody>
        </p:sp>
        <p:sp>
          <p:nvSpPr>
            <p:cNvPr id="4" name="Rectangle 4"/>
            <p:cNvSpPr>
              <a:spLocks noChangeArrowheads="1"/>
            </p:cNvSpPr>
            <p:nvPr/>
          </p:nvSpPr>
          <p:spPr bwMode="hidden">
            <a:xfrm>
              <a:off x="1081" y="1065"/>
              <a:ext cx="4679" cy="1596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endParaRPr>
            </a:p>
          </p:txBody>
        </p:sp>
        <p:grpSp>
          <p:nvGrpSpPr>
            <p:cNvPr id="4106" name="Group 5"/>
            <p:cNvGrpSpPr/>
            <p:nvPr/>
          </p:nvGrpSpPr>
          <p:grpSpPr>
            <a:xfrm>
              <a:off x="0" y="672"/>
              <a:ext cx="1806" cy="1989"/>
              <a:chOff x="0" y="672"/>
              <a:chExt cx="1806" cy="1989"/>
            </a:xfrm>
          </p:grpSpPr>
          <p:sp>
            <p:nvSpPr>
              <p:cNvPr id="6" name="Rectangle 6"/>
              <p:cNvSpPr>
                <a:spLocks noChangeArrowheads="1"/>
              </p:cNvSpPr>
              <p:nvPr/>
            </p:nvSpPr>
            <p:spPr bwMode="auto">
              <a:xfrm>
                <a:off x="361" y="2257"/>
                <a:ext cx="363" cy="404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+mn-cs"/>
                </a:endParaRPr>
              </a:p>
            </p:txBody>
          </p:sp>
          <p:sp>
            <p:nvSpPr>
              <p:cNvPr id="7" name="Rectangle 7"/>
              <p:cNvSpPr>
                <a:spLocks noChangeArrowheads="1"/>
              </p:cNvSpPr>
              <p:nvPr/>
            </p:nvSpPr>
            <p:spPr bwMode="auto">
              <a:xfrm>
                <a:off x="1081" y="1065"/>
                <a:ext cx="362" cy="405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+mn-cs"/>
                </a:endParaRPr>
              </a:p>
            </p:txBody>
          </p:sp>
          <p:sp>
            <p:nvSpPr>
              <p:cNvPr id="8" name="Rectangle 8"/>
              <p:cNvSpPr>
                <a:spLocks noChangeArrowheads="1"/>
              </p:cNvSpPr>
              <p:nvPr/>
            </p:nvSpPr>
            <p:spPr bwMode="auto">
              <a:xfrm>
                <a:off x="1437" y="672"/>
                <a:ext cx="369" cy="400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+mn-cs"/>
                </a:endParaRPr>
              </a:p>
            </p:txBody>
          </p:sp>
          <p:sp>
            <p:nvSpPr>
              <p:cNvPr id="9" name="Rectangle 9"/>
              <p:cNvSpPr>
                <a:spLocks noChangeArrowheads="1"/>
              </p:cNvSpPr>
              <p:nvPr/>
            </p:nvSpPr>
            <p:spPr bwMode="auto">
              <a:xfrm>
                <a:off x="719" y="2257"/>
                <a:ext cx="368" cy="404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+mn-cs"/>
                </a:endParaRPr>
              </a:p>
            </p:txBody>
          </p:sp>
          <p:sp>
            <p:nvSpPr>
              <p:cNvPr id="10" name="Rectangle 10"/>
              <p:cNvSpPr>
                <a:spLocks noChangeArrowheads="1"/>
              </p:cNvSpPr>
              <p:nvPr/>
            </p:nvSpPr>
            <p:spPr bwMode="auto">
              <a:xfrm>
                <a:off x="1437" y="1065"/>
                <a:ext cx="369" cy="405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+mn-cs"/>
                </a:endParaRPr>
              </a:p>
            </p:txBody>
          </p:sp>
          <p:sp>
            <p:nvSpPr>
              <p:cNvPr id="11" name="Rectangle 11"/>
              <p:cNvSpPr>
                <a:spLocks noChangeArrowheads="1"/>
              </p:cNvSpPr>
              <p:nvPr/>
            </p:nvSpPr>
            <p:spPr bwMode="auto">
              <a:xfrm>
                <a:off x="719" y="1464"/>
                <a:ext cx="368" cy="399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+mn-cs"/>
                </a:endParaRPr>
              </a:p>
            </p:txBody>
          </p:sp>
          <p:sp>
            <p:nvSpPr>
              <p:cNvPr id="12" name="Rectangle 12"/>
              <p:cNvSpPr>
                <a:spLocks noChangeArrowheads="1"/>
              </p:cNvSpPr>
              <p:nvPr/>
            </p:nvSpPr>
            <p:spPr bwMode="auto">
              <a:xfrm>
                <a:off x="0" y="1464"/>
                <a:ext cx="367" cy="399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+mn-cs"/>
                </a:endParaRPr>
              </a:p>
            </p:txBody>
          </p:sp>
          <p:sp>
            <p:nvSpPr>
              <p:cNvPr id="13" name="Rectangle 13"/>
              <p:cNvSpPr>
                <a:spLocks noChangeArrowheads="1"/>
              </p:cNvSpPr>
              <p:nvPr/>
            </p:nvSpPr>
            <p:spPr bwMode="auto">
              <a:xfrm>
                <a:off x="1081" y="1464"/>
                <a:ext cx="362" cy="399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+mn-cs"/>
                </a:endParaRPr>
              </a:p>
            </p:txBody>
          </p:sp>
          <p:sp>
            <p:nvSpPr>
              <p:cNvPr id="14" name="Rectangle 14"/>
              <p:cNvSpPr>
                <a:spLocks noChangeArrowheads="1"/>
              </p:cNvSpPr>
              <p:nvPr/>
            </p:nvSpPr>
            <p:spPr bwMode="auto">
              <a:xfrm>
                <a:off x="361" y="1857"/>
                <a:ext cx="363" cy="406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+mn-cs"/>
                </a:endParaRPr>
              </a:p>
            </p:txBody>
          </p:sp>
          <p:sp>
            <p:nvSpPr>
              <p:cNvPr id="15" name="Rectangle 15"/>
              <p:cNvSpPr>
                <a:spLocks noChangeArrowheads="1"/>
              </p:cNvSpPr>
              <p:nvPr/>
            </p:nvSpPr>
            <p:spPr bwMode="auto">
              <a:xfrm>
                <a:off x="719" y="1857"/>
                <a:ext cx="368" cy="40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+mn-cs"/>
                </a:endParaRPr>
              </a:p>
            </p:txBody>
          </p:sp>
        </p:grpSp>
      </p:grpSp>
      <p:sp>
        <p:nvSpPr>
          <p:cNvPr id="328723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2971800" y="1828800"/>
            <a:ext cx="6019800" cy="2209800"/>
          </a:xfrm>
        </p:spPr>
        <p:txBody>
          <a:bodyPr/>
          <a:lstStyle>
            <a:lvl1pPr>
              <a:defRPr sz="500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28724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2971800" y="4267200"/>
            <a:ext cx="6019800" cy="1752600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 sz="3400"/>
            </a:lvl1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16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7" name="Rectangle 1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8" name="Rectangle 1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p>
            <a:pPr algn="r" eaLnBrk="1" hangingPunct="1">
              <a:buNone/>
            </a:pPr>
            <a:fld id="{9A0DB2DC-4C9A-4742-B13C-FB6460FD3503}" type="slidenum">
              <a:rPr lang="en-US" altLang="" dirty="0">
                <a:latin typeface="Arial Black" panose="020B0A04020102020204" pitchFamily="34" charset="0"/>
              </a:rPr>
            </a:fld>
            <a:endParaRPr lang="en-US" altLang="" dirty="0"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" dirty="0"/>
            </a:fld>
            <a:endParaRPr lang="en-US" altLang="" dirty="0">
              <a:latin typeface="Arial" panose="020B0604020202020204" pitchFamily="34" charset="0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" dirty="0"/>
            </a:fld>
            <a:endParaRPr lang="en-US" altLang="" dirty="0">
              <a:latin typeface="Arial" panose="020B0604020202020204" pitchFamily="34" charset="0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" dirty="0"/>
            </a:fld>
            <a:endParaRPr lang="en-US" altLang="" dirty="0">
              <a:latin typeface="Arial" panose="020B0604020202020204" pitchFamily="34" charset="0"/>
            </a:endParaRP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" dirty="0"/>
            </a:fld>
            <a:endParaRPr lang="en-US" altLang="" dirty="0">
              <a:latin typeface="Arial" panose="020B0604020202020204" pitchFamily="34" charset="0"/>
            </a:endParaRP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" dirty="0"/>
            </a:fld>
            <a:endParaRPr lang="en-US" altLang="" dirty="0">
              <a:latin typeface="Arial" panose="020B0604020202020204" pitchFamily="34" charset="0"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" dirty="0"/>
            </a:fld>
            <a:endParaRPr lang="en-US" altLang="" dirty="0">
              <a:latin typeface="Arial" panose="020B060402020202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" dirty="0"/>
            </a:fld>
            <a:endParaRPr lang="en-US" altLang="" dirty="0">
              <a:latin typeface="Arial" panose="020B0604020202020204" pitchFamily="34" charset="0"/>
            </a:endParaRP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" dirty="0"/>
            </a:fld>
            <a:endParaRPr lang="en-US" altLang="" dirty="0">
              <a:latin typeface="Arial" panose="020B0604020202020204" pitchFamily="34" charset="0"/>
            </a:endParaRP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" dirty="0"/>
            </a:fld>
            <a:endParaRPr lang="en-US" altLang="" dirty="0">
              <a:latin typeface="Arial" panose="020B0604020202020204" pitchFamily="34" charset="0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457200"/>
            <a:ext cx="2057400" cy="5410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457200"/>
            <a:ext cx="60198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" dirty="0"/>
            </a:fld>
            <a:endParaRPr lang="en-US" altLang="" dirty="0">
              <a:latin typeface="Arial" panose="020B0604020202020204" pitchFamily="34" charset="0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457200" y="457200"/>
            <a:ext cx="8229600" cy="5410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" dirty="0"/>
            </a:fld>
            <a:endParaRPr lang="en-US" altLang="" dirty="0">
              <a:latin typeface="Arial" panose="020B0604020202020204" pitchFamily="34" charset="0"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3716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57200" y="1981200"/>
            <a:ext cx="8229600" cy="38862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/>
            </a:pPr>
            <a:endParaRPr kumimoji="0" 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" dirty="0"/>
            </a:fld>
            <a:endParaRPr lang="en-US" altLang="" dirty="0">
              <a:latin typeface="Arial" panose="020B0604020202020204" pitchFamily="34" charset="0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3716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4038600" cy="388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" dirty="0"/>
            </a:fld>
            <a:endParaRPr lang="en-US" altLang="" dirty="0">
              <a:latin typeface="Arial" panose="020B0604020202020204" pitchFamily="34" charset="0"/>
            </a:endParaRP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x" preserve="1">
  <p:cSld name="Title, Conten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3716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648200" y="1981200"/>
            <a:ext cx="4038600" cy="388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" dirty="0"/>
            </a:fld>
            <a:endParaRPr lang="en-US" altLang="" dirty="0">
              <a:latin typeface="Arial" panose="020B0604020202020204" pitchFamily="34" charset="0"/>
            </a:endParaRP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22" name="Group 2"/>
          <p:cNvGrpSpPr/>
          <p:nvPr/>
        </p:nvGrpSpPr>
        <p:grpSpPr>
          <a:xfrm>
            <a:off x="0" y="0"/>
            <a:ext cx="9144000" cy="6858000"/>
            <a:chOff x="0" y="0"/>
            <a:chExt cx="5760" cy="4320"/>
          </a:xfrm>
        </p:grpSpPr>
        <p:sp>
          <p:nvSpPr>
            <p:cNvPr id="3" name="Rectangle 3"/>
            <p:cNvSpPr>
              <a:spLocks noChangeArrowheads="1"/>
            </p:cNvSpPr>
            <p:nvPr/>
          </p:nvSpPr>
          <p:spPr bwMode="hidden">
            <a:xfrm>
              <a:off x="0" y="0"/>
              <a:ext cx="2208" cy="432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endParaRPr>
            </a:p>
          </p:txBody>
        </p:sp>
        <p:sp>
          <p:nvSpPr>
            <p:cNvPr id="4" name="Rectangle 4"/>
            <p:cNvSpPr>
              <a:spLocks noChangeArrowheads="1"/>
            </p:cNvSpPr>
            <p:nvPr/>
          </p:nvSpPr>
          <p:spPr bwMode="hidden">
            <a:xfrm>
              <a:off x="1081" y="1065"/>
              <a:ext cx="4679" cy="1596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endParaRPr>
            </a:p>
          </p:txBody>
        </p:sp>
        <p:grpSp>
          <p:nvGrpSpPr>
            <p:cNvPr id="5130" name="Group 5"/>
            <p:cNvGrpSpPr/>
            <p:nvPr/>
          </p:nvGrpSpPr>
          <p:grpSpPr>
            <a:xfrm>
              <a:off x="0" y="672"/>
              <a:ext cx="1806" cy="1989"/>
              <a:chOff x="0" y="672"/>
              <a:chExt cx="1806" cy="1989"/>
            </a:xfrm>
          </p:grpSpPr>
          <p:sp>
            <p:nvSpPr>
              <p:cNvPr id="6" name="Rectangle 6"/>
              <p:cNvSpPr>
                <a:spLocks noChangeArrowheads="1"/>
              </p:cNvSpPr>
              <p:nvPr/>
            </p:nvSpPr>
            <p:spPr bwMode="auto">
              <a:xfrm>
                <a:off x="361" y="2257"/>
                <a:ext cx="363" cy="404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+mn-cs"/>
                </a:endParaRPr>
              </a:p>
            </p:txBody>
          </p:sp>
          <p:sp>
            <p:nvSpPr>
              <p:cNvPr id="7" name="Rectangle 7"/>
              <p:cNvSpPr>
                <a:spLocks noChangeArrowheads="1"/>
              </p:cNvSpPr>
              <p:nvPr/>
            </p:nvSpPr>
            <p:spPr bwMode="auto">
              <a:xfrm>
                <a:off x="1081" y="1065"/>
                <a:ext cx="362" cy="405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+mn-cs"/>
                </a:endParaRPr>
              </a:p>
            </p:txBody>
          </p:sp>
          <p:sp>
            <p:nvSpPr>
              <p:cNvPr id="8" name="Rectangle 8"/>
              <p:cNvSpPr>
                <a:spLocks noChangeArrowheads="1"/>
              </p:cNvSpPr>
              <p:nvPr/>
            </p:nvSpPr>
            <p:spPr bwMode="auto">
              <a:xfrm>
                <a:off x="1437" y="672"/>
                <a:ext cx="369" cy="400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+mn-cs"/>
                </a:endParaRPr>
              </a:p>
            </p:txBody>
          </p:sp>
          <p:sp>
            <p:nvSpPr>
              <p:cNvPr id="9" name="Rectangle 9"/>
              <p:cNvSpPr>
                <a:spLocks noChangeArrowheads="1"/>
              </p:cNvSpPr>
              <p:nvPr/>
            </p:nvSpPr>
            <p:spPr bwMode="auto">
              <a:xfrm>
                <a:off x="719" y="2257"/>
                <a:ext cx="368" cy="404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+mn-cs"/>
                </a:endParaRPr>
              </a:p>
            </p:txBody>
          </p:sp>
          <p:sp>
            <p:nvSpPr>
              <p:cNvPr id="10" name="Rectangle 10"/>
              <p:cNvSpPr>
                <a:spLocks noChangeArrowheads="1"/>
              </p:cNvSpPr>
              <p:nvPr/>
            </p:nvSpPr>
            <p:spPr bwMode="auto">
              <a:xfrm>
                <a:off x="1437" y="1065"/>
                <a:ext cx="369" cy="405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+mn-cs"/>
                </a:endParaRPr>
              </a:p>
            </p:txBody>
          </p:sp>
          <p:sp>
            <p:nvSpPr>
              <p:cNvPr id="11" name="Rectangle 11"/>
              <p:cNvSpPr>
                <a:spLocks noChangeArrowheads="1"/>
              </p:cNvSpPr>
              <p:nvPr/>
            </p:nvSpPr>
            <p:spPr bwMode="auto">
              <a:xfrm>
                <a:off x="719" y="1464"/>
                <a:ext cx="368" cy="399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+mn-cs"/>
                </a:endParaRPr>
              </a:p>
            </p:txBody>
          </p:sp>
          <p:sp>
            <p:nvSpPr>
              <p:cNvPr id="12" name="Rectangle 12"/>
              <p:cNvSpPr>
                <a:spLocks noChangeArrowheads="1"/>
              </p:cNvSpPr>
              <p:nvPr/>
            </p:nvSpPr>
            <p:spPr bwMode="auto">
              <a:xfrm>
                <a:off x="0" y="1464"/>
                <a:ext cx="367" cy="399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+mn-cs"/>
                </a:endParaRPr>
              </a:p>
            </p:txBody>
          </p:sp>
          <p:sp>
            <p:nvSpPr>
              <p:cNvPr id="13" name="Rectangle 13"/>
              <p:cNvSpPr>
                <a:spLocks noChangeArrowheads="1"/>
              </p:cNvSpPr>
              <p:nvPr/>
            </p:nvSpPr>
            <p:spPr bwMode="auto">
              <a:xfrm>
                <a:off x="1081" y="1464"/>
                <a:ext cx="362" cy="399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+mn-cs"/>
                </a:endParaRPr>
              </a:p>
            </p:txBody>
          </p:sp>
          <p:sp>
            <p:nvSpPr>
              <p:cNvPr id="14" name="Rectangle 14"/>
              <p:cNvSpPr>
                <a:spLocks noChangeArrowheads="1"/>
              </p:cNvSpPr>
              <p:nvPr/>
            </p:nvSpPr>
            <p:spPr bwMode="auto">
              <a:xfrm>
                <a:off x="361" y="1857"/>
                <a:ext cx="363" cy="406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+mn-cs"/>
                </a:endParaRPr>
              </a:p>
            </p:txBody>
          </p:sp>
          <p:sp>
            <p:nvSpPr>
              <p:cNvPr id="15" name="Rectangle 15"/>
              <p:cNvSpPr>
                <a:spLocks noChangeArrowheads="1"/>
              </p:cNvSpPr>
              <p:nvPr/>
            </p:nvSpPr>
            <p:spPr bwMode="auto">
              <a:xfrm>
                <a:off x="719" y="1857"/>
                <a:ext cx="368" cy="40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+mn-cs"/>
                </a:endParaRPr>
              </a:p>
            </p:txBody>
          </p:sp>
        </p:grpSp>
      </p:grpSp>
      <p:sp>
        <p:nvSpPr>
          <p:cNvPr id="328723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2971800" y="1828800"/>
            <a:ext cx="6019800" cy="2209800"/>
          </a:xfrm>
        </p:spPr>
        <p:txBody>
          <a:bodyPr/>
          <a:lstStyle>
            <a:lvl1pPr>
              <a:defRPr sz="500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28724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2971800" y="4267200"/>
            <a:ext cx="6019800" cy="1752600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 sz="3400"/>
            </a:lvl1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16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7" name="Rectangle 1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8" name="Rectangle 1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p>
            <a:pPr algn="r" eaLnBrk="1" hangingPunct="1">
              <a:buNone/>
            </a:pPr>
            <a:fld id="{9A0DB2DC-4C9A-4742-B13C-FB6460FD3503}" type="slidenum">
              <a:rPr lang="en-US" altLang="" dirty="0">
                <a:latin typeface="Arial Black" panose="020B0A04020102020204" pitchFamily="34" charset="0"/>
              </a:rPr>
            </a:fld>
            <a:endParaRPr lang="en-US" altLang="" dirty="0"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" dirty="0"/>
            </a:fld>
            <a:endParaRPr lang="en-US" altLang="" dirty="0">
              <a:latin typeface="Arial" panose="020B0604020202020204" pitchFamily="34" charset="0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" dirty="0"/>
            </a:fld>
            <a:endParaRPr lang="en-US" altLang="" dirty="0">
              <a:latin typeface="Arial" panose="020B0604020202020204" pitchFamily="34" charset="0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" dirty="0"/>
            </a:fld>
            <a:endParaRPr lang="en-US" altLang="" dirty="0">
              <a:latin typeface="Arial" panose="020B0604020202020204" pitchFamily="34" charset="0"/>
            </a:endParaRP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" dirty="0"/>
            </a:fld>
            <a:endParaRPr lang="en-US" altLang="" dirty="0">
              <a:latin typeface="Arial" panose="020B0604020202020204" pitchFamily="34" charset="0"/>
            </a:endParaRP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" dirty="0"/>
            </a:fld>
            <a:endParaRPr lang="en-US" altLang="" dirty="0">
              <a:latin typeface="Arial" panose="020B0604020202020204" pitchFamily="34" charset="0"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" dirty="0"/>
            </a:fld>
            <a:endParaRPr lang="en-US" altLang="" dirty="0">
              <a:latin typeface="Arial" panose="020B060402020202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" dirty="0"/>
            </a:fld>
            <a:endParaRPr lang="en-US" altLang="" dirty="0">
              <a:latin typeface="Arial" panose="020B0604020202020204" pitchFamily="34" charset="0"/>
            </a:endParaRP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" dirty="0"/>
            </a:fld>
            <a:endParaRPr lang="en-US" altLang="" dirty="0">
              <a:latin typeface="Arial" panose="020B0604020202020204" pitchFamily="34" charset="0"/>
            </a:endParaRP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" dirty="0"/>
            </a:fld>
            <a:endParaRPr lang="en-US" altLang="" dirty="0">
              <a:latin typeface="Arial" panose="020B0604020202020204" pitchFamily="34" charset="0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457200"/>
            <a:ext cx="2057400" cy="5410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457200"/>
            <a:ext cx="60198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" dirty="0"/>
            </a:fld>
            <a:endParaRPr lang="en-US" altLang="" dirty="0">
              <a:latin typeface="Arial" panose="020B0604020202020204" pitchFamily="34" charset="0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457200" y="457200"/>
            <a:ext cx="8229600" cy="5410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" dirty="0"/>
            </a:fld>
            <a:endParaRPr lang="en-US" altLang="" dirty="0">
              <a:latin typeface="Arial" panose="020B0604020202020204" pitchFamily="34" charset="0"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3716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57200" y="1981200"/>
            <a:ext cx="8229600" cy="38862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/>
            </a:pPr>
            <a:endParaRPr kumimoji="0" 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" dirty="0"/>
            </a:fld>
            <a:endParaRPr lang="en-US" altLang="" dirty="0">
              <a:latin typeface="Arial" panose="020B0604020202020204" pitchFamily="34" charset="0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3716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4038600" cy="388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" dirty="0"/>
            </a:fld>
            <a:endParaRPr lang="en-US" altLang="" dirty="0">
              <a:latin typeface="Arial" panose="020B0604020202020204" pitchFamily="34" charset="0"/>
            </a:endParaRP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x" preserve="1">
  <p:cSld name="Title, Conten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3716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648200" y="1981200"/>
            <a:ext cx="4038600" cy="388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" dirty="0"/>
            </a:fld>
            <a:endParaRPr lang="en-US" altLang="" dirty="0">
              <a:latin typeface="Arial" panose="020B0604020202020204" pitchFamily="34" charset="0"/>
            </a:endParaRP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4.xml"/><Relationship Id="rId8" Type="http://schemas.openxmlformats.org/officeDocument/2006/relationships/slideLayout" Target="../slideLayouts/slideLayout23.xml"/><Relationship Id="rId7" Type="http://schemas.openxmlformats.org/officeDocument/2006/relationships/slideLayout" Target="../slideLayouts/slideLayout22.xml"/><Relationship Id="rId6" Type="http://schemas.openxmlformats.org/officeDocument/2006/relationships/slideLayout" Target="../slideLayouts/slideLayout21.xml"/><Relationship Id="rId5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7.xml"/><Relationship Id="rId16" Type="http://schemas.openxmlformats.org/officeDocument/2006/relationships/theme" Target="../theme/theme2.xml"/><Relationship Id="rId15" Type="http://schemas.openxmlformats.org/officeDocument/2006/relationships/slideLayout" Target="../slideLayouts/slideLayout30.xml"/><Relationship Id="rId14" Type="http://schemas.openxmlformats.org/officeDocument/2006/relationships/slideLayout" Target="../slideLayouts/slideLayout29.xml"/><Relationship Id="rId13" Type="http://schemas.openxmlformats.org/officeDocument/2006/relationships/slideLayout" Target="../slideLayouts/slideLayout28.xml"/><Relationship Id="rId12" Type="http://schemas.openxmlformats.org/officeDocument/2006/relationships/slideLayout" Target="../slideLayouts/slideLayout27.xml"/><Relationship Id="rId11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5.xml"/><Relationship Id="rId1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27682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ctr" eaLnBrk="1" hangingPunct="1">
              <a:defRPr sz="1200">
                <a:latin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327683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>
                <a:latin typeface="Arial Black" panose="020B0A04020102020204" pitchFamily="34" charset="0"/>
              </a:defRPr>
            </a:lvl1pPr>
          </a:lstStyle>
          <a:p>
            <a:pPr lvl="0" eaLnBrk="1" hangingPunct="1">
              <a:buNone/>
            </a:pPr>
            <a:fld id="{9A0DB2DC-4C9A-4742-B13C-FB6460FD3503}" type="slidenum">
              <a:rPr lang="en-US" altLang="" dirty="0"/>
            </a:fld>
            <a:endParaRPr lang="en-US" altLang="" dirty="0">
              <a:latin typeface="Arial" panose="020B0604020202020204" pitchFamily="34" charset="0"/>
            </a:endParaRPr>
          </a:p>
        </p:txBody>
      </p:sp>
      <p:grpSp>
        <p:nvGrpSpPr>
          <p:cNvPr id="2052" name="Group 4"/>
          <p:cNvGrpSpPr/>
          <p:nvPr/>
        </p:nvGrpSpPr>
        <p:grpSpPr>
          <a:xfrm>
            <a:off x="0" y="0"/>
            <a:ext cx="9144000" cy="546100"/>
            <a:chOff x="0" y="0"/>
            <a:chExt cx="5760" cy="344"/>
          </a:xfrm>
        </p:grpSpPr>
        <p:sp>
          <p:nvSpPr>
            <p:cNvPr id="2056" name="Rectangle 5"/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endParaRPr>
            </a:p>
          </p:txBody>
        </p:sp>
        <p:sp>
          <p:nvSpPr>
            <p:cNvPr id="2057" name="Rectangle 6"/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endParaRPr>
            </a:p>
          </p:txBody>
        </p:sp>
        <p:sp>
          <p:nvSpPr>
            <p:cNvPr id="2058" name="Rectangle 7"/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9" name="Rectangle 8"/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0" name="Rectangle 9"/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1" name="Rectangle 10"/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2" name="Rectangle 11"/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endParaRPr>
            </a:p>
          </p:txBody>
        </p:sp>
        <p:sp>
          <p:nvSpPr>
            <p:cNvPr id="2063" name="Rectangle 12"/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4" name="Rectangle 13"/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2053" name="Rectangle 14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3716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en-US" altLang="en-US" dirty="0"/>
              <a:t>Click to edit Master title style</a:t>
            </a:r>
            <a:endParaRPr lang="en-US" altLang="en-US" dirty="0"/>
          </a:p>
        </p:txBody>
      </p:sp>
      <p:sp>
        <p:nvSpPr>
          <p:cNvPr id="2054" name="Rectangle 15"/>
          <p:cNvSpPr>
            <a:spLocks noGrp="1"/>
          </p:cNvSpPr>
          <p:nvPr>
            <p:ph type="body" idx="1"/>
          </p:nvPr>
        </p:nvSpPr>
        <p:spPr>
          <a:xfrm>
            <a:off x="457200" y="1981200"/>
            <a:ext cx="8229600" cy="38862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en-US" dirty="0"/>
              <a:t>Click to edit Master text styles</a:t>
            </a:r>
            <a:endParaRPr lang="en-US" altLang="en-US" dirty="0"/>
          </a:p>
          <a:p>
            <a:pPr lvl="1"/>
            <a:r>
              <a:rPr lang="en-US" altLang="en-US" dirty="0"/>
              <a:t>Second level</a:t>
            </a:r>
            <a:endParaRPr lang="en-US" altLang="en-US" dirty="0"/>
          </a:p>
          <a:p>
            <a:pPr lvl="2"/>
            <a:r>
              <a:rPr lang="en-US" altLang="en-US" dirty="0"/>
              <a:t>Third level</a:t>
            </a:r>
            <a:endParaRPr lang="en-US" altLang="en-US" dirty="0"/>
          </a:p>
          <a:p>
            <a:pPr lvl="3"/>
            <a:r>
              <a:rPr lang="en-US" altLang="en-US" dirty="0"/>
              <a:t>Fourth level</a:t>
            </a:r>
            <a:endParaRPr lang="en-US" altLang="en-US" dirty="0"/>
          </a:p>
          <a:p>
            <a:pPr lvl="4"/>
            <a:r>
              <a:rPr lang="en-US" altLang="en-US" dirty="0"/>
              <a:t>Fifth level</a:t>
            </a:r>
            <a:endParaRPr lang="en-US" altLang="en-US" dirty="0"/>
          </a:p>
        </p:txBody>
      </p:sp>
      <p:sp>
        <p:nvSpPr>
          <p:cNvPr id="327696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anose="05000000000000000000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anose="05000000000000000000" pitchFamily="2" charset="2"/>
        <a:buChar char="¨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¨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27682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ctr" eaLnBrk="1" hangingPunct="1">
              <a:defRPr sz="1200">
                <a:latin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327683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>
                <a:latin typeface="Arial Black" panose="020B0A04020102020204" pitchFamily="34" charset="0"/>
              </a:defRPr>
            </a:lvl1pPr>
          </a:lstStyle>
          <a:p>
            <a:pPr lvl="0" eaLnBrk="1" hangingPunct="1">
              <a:buNone/>
            </a:pPr>
            <a:fld id="{9A0DB2DC-4C9A-4742-B13C-FB6460FD3503}" type="slidenum">
              <a:rPr lang="en-US" altLang="" dirty="0"/>
            </a:fld>
            <a:endParaRPr lang="en-US" altLang="" dirty="0">
              <a:latin typeface="Arial" panose="020B0604020202020204" pitchFamily="34" charset="0"/>
            </a:endParaRPr>
          </a:p>
        </p:txBody>
      </p:sp>
      <p:grpSp>
        <p:nvGrpSpPr>
          <p:cNvPr id="3076" name="Group 4"/>
          <p:cNvGrpSpPr/>
          <p:nvPr/>
        </p:nvGrpSpPr>
        <p:grpSpPr>
          <a:xfrm>
            <a:off x="0" y="0"/>
            <a:ext cx="9144000" cy="546100"/>
            <a:chOff x="0" y="0"/>
            <a:chExt cx="5760" cy="344"/>
          </a:xfrm>
        </p:grpSpPr>
        <p:sp>
          <p:nvSpPr>
            <p:cNvPr id="2056" name="Rectangle 5"/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endParaRPr>
            </a:p>
          </p:txBody>
        </p:sp>
        <p:sp>
          <p:nvSpPr>
            <p:cNvPr id="2057" name="Rectangle 6"/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endParaRPr>
            </a:p>
          </p:txBody>
        </p:sp>
        <p:sp>
          <p:nvSpPr>
            <p:cNvPr id="2058" name="Rectangle 7"/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9" name="Rectangle 8"/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0" name="Rectangle 9"/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1" name="Rectangle 10"/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2" name="Rectangle 11"/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endParaRPr>
            </a:p>
          </p:txBody>
        </p:sp>
        <p:sp>
          <p:nvSpPr>
            <p:cNvPr id="2063" name="Rectangle 12"/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4" name="Rectangle 13"/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7" name="Rectangle 14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3716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en-US" altLang="en-US" dirty="0"/>
              <a:t>Click to edit Master title style</a:t>
            </a:r>
            <a:endParaRPr lang="en-US" altLang="en-US" dirty="0"/>
          </a:p>
        </p:txBody>
      </p:sp>
      <p:sp>
        <p:nvSpPr>
          <p:cNvPr id="3078" name="Rectangle 15"/>
          <p:cNvSpPr>
            <a:spLocks noGrp="1"/>
          </p:cNvSpPr>
          <p:nvPr>
            <p:ph type="body" idx="1"/>
          </p:nvPr>
        </p:nvSpPr>
        <p:spPr>
          <a:xfrm>
            <a:off x="457200" y="1981200"/>
            <a:ext cx="8229600" cy="38862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en-US" dirty="0"/>
              <a:t>Click to edit Master text styles</a:t>
            </a:r>
            <a:endParaRPr lang="en-US" altLang="en-US" dirty="0"/>
          </a:p>
          <a:p>
            <a:pPr lvl="1"/>
            <a:r>
              <a:rPr lang="en-US" altLang="en-US" dirty="0"/>
              <a:t>Second level</a:t>
            </a:r>
            <a:endParaRPr lang="en-US" altLang="en-US" dirty="0"/>
          </a:p>
          <a:p>
            <a:pPr lvl="2"/>
            <a:r>
              <a:rPr lang="en-US" altLang="en-US" dirty="0"/>
              <a:t>Third level</a:t>
            </a:r>
            <a:endParaRPr lang="en-US" altLang="en-US" dirty="0"/>
          </a:p>
          <a:p>
            <a:pPr lvl="3"/>
            <a:r>
              <a:rPr lang="en-US" altLang="en-US" dirty="0"/>
              <a:t>Fourth level</a:t>
            </a:r>
            <a:endParaRPr lang="en-US" altLang="en-US" dirty="0"/>
          </a:p>
          <a:p>
            <a:pPr lvl="4"/>
            <a:r>
              <a:rPr lang="en-US" altLang="en-US" dirty="0"/>
              <a:t>Fifth level</a:t>
            </a:r>
            <a:endParaRPr lang="en-US" altLang="en-US" dirty="0"/>
          </a:p>
        </p:txBody>
      </p:sp>
      <p:sp>
        <p:nvSpPr>
          <p:cNvPr id="327696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  <p:sldLayoutId id="2147483668" r:id="rId4"/>
    <p:sldLayoutId id="2147483669" r:id="rId5"/>
    <p:sldLayoutId id="2147483670" r:id="rId6"/>
    <p:sldLayoutId id="2147483671" r:id="rId7"/>
    <p:sldLayoutId id="2147483672" r:id="rId8"/>
    <p:sldLayoutId id="2147483673" r:id="rId9"/>
    <p:sldLayoutId id="2147483674" r:id="rId10"/>
    <p:sldLayoutId id="2147483675" r:id="rId11"/>
    <p:sldLayoutId id="2147483676" r:id="rId12"/>
    <p:sldLayoutId id="2147483677" r:id="rId13"/>
    <p:sldLayoutId id="2147483678" r:id="rId14"/>
    <p:sldLayoutId id="2147483679" r:id="rId15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anose="05000000000000000000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anose="05000000000000000000" pitchFamily="2" charset="2"/>
        <a:buChar char="¨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¨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hyperlink" Target="https://www.youtube.com/watch?v=p79D6u-6pN4" TargetMode="External"/><Relationship Id="rId1" Type="http://schemas.openxmlformats.org/officeDocument/2006/relationships/hyperlink" Target="https://www.youtube.com/watch?v=0XAKqx8zYTQ" TargetMode="Externa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8.xml"/><Relationship Id="rId1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4.xml"/><Relationship Id="rId1" Type="http://schemas.openxmlformats.org/officeDocument/2006/relationships/image" Target="../media/image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14.xml"/><Relationship Id="rId1" Type="http://schemas.openxmlformats.org/officeDocument/2006/relationships/image" Target="../media/image5.jpe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15.xml"/><Relationship Id="rId1" Type="http://schemas.openxmlformats.org/officeDocument/2006/relationships/image" Target="../media/image6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14.xml"/><Relationship Id="rId1" Type="http://schemas.openxmlformats.org/officeDocument/2006/relationships/image" Target="../media/image7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15.xml"/><Relationship Id="rId1" Type="http://schemas.openxmlformats.org/officeDocument/2006/relationships/image" Target="../media/image8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14.xml"/><Relationship Id="rId1" Type="http://schemas.openxmlformats.org/officeDocument/2006/relationships/image" Target="../media/image9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14.xml"/><Relationship Id="rId1" Type="http://schemas.openxmlformats.org/officeDocument/2006/relationships/image" Target="../media/image10.jpeg"/></Relationships>
</file>

<file path=ppt/slides/_rels/slide3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4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2.wmf"/><Relationship Id="rId1" Type="http://schemas.openxmlformats.org/officeDocument/2006/relationships/image" Target="../media/image11.wmf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1" Type="http://schemas.openxmlformats.org/officeDocument/2006/relationships/hyperlink" Target="https://www.verywellmind.com/an-overview-of-the-types-of-emotions-4163976" TargetMode="Externa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wmf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15.xml"/><Relationship Id="rId1" Type="http://schemas.openxmlformats.org/officeDocument/2006/relationships/image" Target="../media/image15.wmf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70" name="Rectangle 2"/>
          <p:cNvSpPr>
            <a:spLocks noGrp="1"/>
          </p:cNvSpPr>
          <p:nvPr>
            <p:ph type="ctrTitle"/>
          </p:nvPr>
        </p:nvSpPr>
        <p:spPr>
          <a:ln/>
        </p:spPr>
        <p:txBody>
          <a:bodyPr vert="horz" wrap="square" lIns="91440" tIns="45720" rIns="91440" bIns="45720" anchor="ctr" anchorCtr="0"/>
          <a:p>
            <a:pPr eaLnBrk="1" hangingPunct="1">
              <a:buClrTx/>
              <a:buSzTx/>
              <a:buFontTx/>
            </a:pPr>
            <a:r>
              <a:rPr lang="en-US" altLang="en-US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Health and Wholeness</a:t>
            </a:r>
            <a:endParaRPr lang="en-US" altLang="en-US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7171" name="Rectangle 3"/>
          <p:cNvSpPr>
            <a:spLocks noGrp="1"/>
          </p:cNvSpPr>
          <p:nvPr>
            <p:ph type="subTitle" idx="1"/>
          </p:nvPr>
        </p:nvSpPr>
        <p:spPr>
          <a:xfrm>
            <a:off x="1219200" y="4267200"/>
            <a:ext cx="7772400" cy="25908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buSzPct val="75000"/>
            </a:pPr>
            <a:r>
              <a:rPr lang="en-US" altLang="en-US" dirty="0">
                <a:latin typeface="+mn-lt"/>
                <a:ea typeface="+mn-ea"/>
                <a:cs typeface="+mn-cs"/>
              </a:rPr>
              <a:t>By Josephine Namyalo</a:t>
            </a:r>
            <a:r>
              <a:rPr lang="en-US" altLang="en-US" sz="3000" dirty="0">
                <a:latin typeface="+mn-lt"/>
                <a:ea typeface="+mn-ea"/>
                <a:cs typeface="+mn-cs"/>
              </a:rPr>
              <a:t>, BCH,MPH</a:t>
            </a:r>
            <a:endParaRPr lang="en-US" altLang="en-US" sz="3000" dirty="0">
              <a:latin typeface="+mn-lt"/>
              <a:ea typeface="+mn-ea"/>
              <a:cs typeface="+mn-cs"/>
            </a:endParaRPr>
          </a:p>
          <a:p>
            <a:pPr eaLnBrk="1" hangingPunct="1">
              <a:buSzPct val="75000"/>
            </a:pPr>
            <a:r>
              <a:rPr lang="en-US" altLang="en-US" sz="3000" dirty="0">
                <a:latin typeface="+mn-lt"/>
                <a:ea typeface="+mn-ea"/>
                <a:cs typeface="+mn-cs"/>
              </a:rPr>
              <a:t>0777730228</a:t>
            </a:r>
            <a:r>
              <a:rPr lang="en-US" altLang="en-US" dirty="0">
                <a:latin typeface="+mn-lt"/>
                <a:ea typeface="+mn-ea"/>
                <a:cs typeface="+mn-cs"/>
              </a:rPr>
              <a:t> </a:t>
            </a:r>
            <a:endParaRPr lang="en-US" altLang="en-US" dirty="0">
              <a:latin typeface="+mn-lt"/>
              <a:ea typeface="+mn-ea"/>
              <a:cs typeface="+mn-cs"/>
            </a:endParaRPr>
          </a:p>
          <a:p>
            <a:pPr eaLnBrk="1" hangingPunct="1">
              <a:buSzPct val="75000"/>
            </a:pPr>
            <a:r>
              <a:rPr lang="en-US" altLang="en-US" sz="2800" dirty="0">
                <a:latin typeface="+mn-lt"/>
                <a:ea typeface="+mn-ea"/>
                <a:cs typeface="+mn-cs"/>
              </a:rPr>
              <a:t>email:njozena@gmail.com </a:t>
            </a:r>
            <a:endParaRPr lang="en-US" altLang="en-US" sz="2800" dirty="0">
              <a:latin typeface="+mn-lt"/>
              <a:ea typeface="+mn-ea"/>
              <a:cs typeface="+mn-cs"/>
            </a:endParaRPr>
          </a:p>
          <a:p>
            <a:pPr eaLnBrk="1" hangingPunct="1">
              <a:buSzPct val="75000"/>
            </a:pPr>
            <a:r>
              <a:rPr lang="en-US" altLang="en-US" dirty="0">
                <a:latin typeface="+mn-lt"/>
                <a:ea typeface="+mn-ea"/>
                <a:cs typeface="+mn-cs"/>
              </a:rPr>
              <a:t>Topics 1, 2&amp;3: Introduction</a:t>
            </a:r>
            <a:endParaRPr lang="en-US" altLang="en-US" dirty="0">
              <a:latin typeface="+mn-lt"/>
              <a:ea typeface="+mn-ea"/>
              <a:cs typeface="+mn-cs"/>
            </a:endParaRPr>
          </a:p>
          <a:p>
            <a:pPr eaLnBrk="1" hangingPunct="1">
              <a:buSzPct val="75000"/>
            </a:pPr>
            <a:endParaRPr lang="en-US" altLang="en-US" dirty="0"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8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14400"/>
          </a:xfrm>
          <a:ln/>
        </p:spPr>
        <p:txBody>
          <a:bodyPr vert="horz" wrap="square" lIns="91440" tIns="45720" rIns="91440" bIns="45720" anchor="ctr" anchorCtr="0"/>
          <a:p>
            <a:r>
              <a:rPr lang="en-US" altLang="" dirty="0"/>
              <a:t>Introduction of introduction</a:t>
            </a:r>
            <a:endParaRPr lang="en-US" altLang="" dirty="0"/>
          </a:p>
        </p:txBody>
      </p:sp>
      <p:sp>
        <p:nvSpPr>
          <p:cNvPr id="9219" name="Content Placeholder 2"/>
          <p:cNvSpPr>
            <a:spLocks noGrp="1"/>
          </p:cNvSpPr>
          <p:nvPr>
            <p:ph idx="1"/>
          </p:nvPr>
        </p:nvSpPr>
        <p:spPr>
          <a:xfrm>
            <a:off x="152400" y="838200"/>
            <a:ext cx="8839200" cy="6019800"/>
          </a:xfrm>
          <a:ln/>
        </p:spPr>
        <p:txBody>
          <a:bodyPr vert="horz" wrap="square" lIns="91440" tIns="45720" rIns="91440" bIns="45720" anchor="t" anchorCtr="0"/>
          <a:p>
            <a:pPr marL="0" indent="0">
              <a:buNone/>
            </a:pPr>
            <a:endParaRPr lang="en-US" altLang="" dirty="0"/>
          </a:p>
          <a:p>
            <a:r>
              <a:rPr lang="en-US" altLang="" dirty="0"/>
              <a:t>This particular course unit is general for all under graduate students at UCU.</a:t>
            </a:r>
            <a:endParaRPr lang="en-US" altLang="" dirty="0"/>
          </a:p>
          <a:p>
            <a:r>
              <a:rPr lang="en-US" altLang="" dirty="0"/>
              <a:t>We can only be excellent if we are healthy and this course unit guides you on what you need to know in order for you and your community to be healthy.</a:t>
            </a:r>
            <a:endParaRPr lang="en-US" altLang="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  <a:ln/>
        </p:spPr>
        <p:txBody>
          <a:bodyPr vert="horz" wrap="square" lIns="91440" tIns="45720" rIns="91440" bIns="45720" anchor="ctr" anchorCtr="0"/>
          <a:p>
            <a:r>
              <a:rPr lang="en-US" altLang="" dirty="0"/>
              <a:t>Introduction of introduction</a:t>
            </a:r>
            <a:endParaRPr lang="en-US" altLang="" dirty="0"/>
          </a:p>
        </p:txBody>
      </p:sp>
      <p:sp>
        <p:nvSpPr>
          <p:cNvPr id="1024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9144000" cy="5715000"/>
          </a:xfrm>
          <a:ln/>
        </p:spPr>
        <p:txBody>
          <a:bodyPr vert="horz" wrap="square" lIns="91440" tIns="45720" rIns="91440" bIns="45720" anchor="t" anchorCtr="0"/>
          <a:p>
            <a:r>
              <a:rPr lang="en-US" altLang="" dirty="0"/>
              <a:t>Please read the slides- and then the attached notes.</a:t>
            </a:r>
            <a:endParaRPr lang="en-US" altLang="" dirty="0"/>
          </a:p>
          <a:p>
            <a:r>
              <a:rPr lang="en-US" altLang="" dirty="0"/>
              <a:t>Most people can easily see the connection between physical and health. </a:t>
            </a:r>
            <a:endParaRPr lang="en-US" altLang="" dirty="0"/>
          </a:p>
          <a:p>
            <a:r>
              <a:rPr lang="en-US" altLang="" dirty="0"/>
              <a:t>They take a while to see that wholistic health also includes social, spiritual and mental wellbeing. Please pay attention to all these dimensions of health.</a:t>
            </a:r>
            <a:endParaRPr lang="en-US" altLang="" dirty="0"/>
          </a:p>
          <a:p>
            <a:r>
              <a:rPr lang="en-US" altLang="" dirty="0"/>
              <a:t>And then you will be good to go.</a:t>
            </a:r>
            <a:endParaRPr lang="en-US" altLang="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Title 1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r>
              <a:rPr lang="en-US" altLang="" dirty="0"/>
              <a:t>Some useful links to improve wholistic health</a:t>
            </a:r>
            <a:endParaRPr lang="en-US" altLang="" dirty="0"/>
          </a:p>
        </p:txBody>
      </p:sp>
      <p:sp>
        <p:nvSpPr>
          <p:cNvPr id="11267" name="Content Placeholder 2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r>
              <a:rPr lang="en-US" altLang="" dirty="0">
                <a:hlinkClick r:id="rId1"/>
              </a:rPr>
              <a:t>https://www.youtube.com/watch?v=0XAKqx8zYTQ</a:t>
            </a:r>
            <a:r>
              <a:rPr lang="en-US" altLang="" dirty="0"/>
              <a:t> </a:t>
            </a:r>
            <a:endParaRPr lang="en-US" altLang="" dirty="0"/>
          </a:p>
          <a:p>
            <a:r>
              <a:rPr lang="en-US" altLang="" dirty="0">
                <a:hlinkClick r:id="rId2"/>
              </a:rPr>
              <a:t>https://www.youtube.com/watch?v=p79D6u-6pN4</a:t>
            </a:r>
            <a:r>
              <a:rPr lang="en-US" altLang="" dirty="0"/>
              <a:t> </a:t>
            </a:r>
            <a:endParaRPr lang="en-US" altLang="" dirty="0"/>
          </a:p>
          <a:p>
            <a:r>
              <a:rPr lang="en-US" altLang="en-US" dirty="0"/>
              <a:t>https://www.youtube.com/watch?v=deBntVAMgFI</a:t>
            </a:r>
            <a:endParaRPr lang="en-US" altLang="en-US" dirty="0"/>
          </a:p>
          <a:p>
            <a:r>
              <a:rPr lang="en-US" altLang="en-US" dirty="0"/>
              <a:t>https://www.youtube.com/watch?v=cEMDeiOp8X8</a:t>
            </a:r>
            <a:endParaRPr lang="en-US" altLang="en-US" dirty="0"/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290" name="Rectangle 4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en-US" dirty="0"/>
              <a:t>Course Overview</a:t>
            </a:r>
            <a:endParaRPr lang="en-US" altLang="en-US" dirty="0"/>
          </a:p>
        </p:txBody>
      </p:sp>
      <p:sp>
        <p:nvSpPr>
          <p:cNvPr id="11267" name="Rectangle 3"/>
          <p:cNvSpPr>
            <a:spLocks noGrp="1"/>
          </p:cNvSpPr>
          <p:nvPr>
            <p:ph sz="half" idx="1"/>
          </p:nvPr>
        </p:nvSpPr>
        <p:spPr>
          <a:xfrm>
            <a:off x="152400" y="1981200"/>
            <a:ext cx="4038600" cy="4876800"/>
          </a:xfrm>
          <a:ln/>
        </p:spPr>
        <p:txBody>
          <a:bodyPr vert="horz" wrap="square" lIns="91440" tIns="45720" rIns="91440" bIns="45720" anchor="t" anchorCtr="0"/>
          <a:p>
            <a:pPr marL="457200" indent="-457200" eaLnBrk="1" hangingPunct="1">
              <a:buSzPct val="75000"/>
              <a:buFont typeface="Wingdings" panose="05000000000000000000" pitchFamily="2" charset="2"/>
              <a:buAutoNum type="arabicPeriod"/>
            </a:pPr>
            <a:r>
              <a:rPr lang="en-US" altLang="en-US" dirty="0">
                <a:latin typeface="+mn-lt"/>
                <a:ea typeface="+mn-ea"/>
                <a:cs typeface="+mn-cs"/>
              </a:rPr>
              <a:t>Introduction</a:t>
            </a:r>
            <a:endParaRPr lang="en-US" altLang="en-US" dirty="0">
              <a:latin typeface="+mn-lt"/>
              <a:ea typeface="+mn-ea"/>
              <a:cs typeface="+mn-cs"/>
            </a:endParaRPr>
          </a:p>
          <a:p>
            <a:pPr marL="457200" indent="-457200" eaLnBrk="1" hangingPunct="1">
              <a:buSzPct val="75000"/>
              <a:buFont typeface="Wingdings" panose="05000000000000000000" pitchFamily="2" charset="2"/>
              <a:buAutoNum type="arabicPeriod"/>
            </a:pPr>
            <a:r>
              <a:rPr lang="en-US" altLang="en-US" dirty="0">
                <a:latin typeface="+mn-lt"/>
                <a:ea typeface="+mn-ea"/>
                <a:cs typeface="+mn-cs"/>
              </a:rPr>
              <a:t>Nutrition</a:t>
            </a:r>
            <a:endParaRPr lang="en-US" altLang="en-US" dirty="0">
              <a:latin typeface="+mn-lt"/>
              <a:ea typeface="+mn-ea"/>
              <a:cs typeface="+mn-cs"/>
            </a:endParaRPr>
          </a:p>
          <a:p>
            <a:pPr marL="457200" indent="-457200" eaLnBrk="1" hangingPunct="1">
              <a:buSzPct val="75000"/>
              <a:buFont typeface="Wingdings" panose="05000000000000000000" pitchFamily="2" charset="2"/>
              <a:buAutoNum type="arabicPeriod"/>
            </a:pPr>
            <a:r>
              <a:rPr lang="en-US" altLang="en-US" dirty="0">
                <a:latin typeface="+mn-lt"/>
                <a:ea typeface="+mn-ea"/>
                <a:cs typeface="+mn-cs"/>
              </a:rPr>
              <a:t>Hygiene</a:t>
            </a:r>
            <a:endParaRPr lang="en-US" altLang="en-US" dirty="0">
              <a:latin typeface="+mn-lt"/>
              <a:ea typeface="+mn-ea"/>
              <a:cs typeface="+mn-cs"/>
            </a:endParaRPr>
          </a:p>
          <a:p>
            <a:pPr marL="457200" indent="-457200" eaLnBrk="1" hangingPunct="1">
              <a:buSzPct val="75000"/>
              <a:buFont typeface="Wingdings" panose="05000000000000000000" pitchFamily="2" charset="2"/>
              <a:buAutoNum type="arabicPeriod"/>
            </a:pPr>
            <a:r>
              <a:rPr lang="en-US" altLang="en-US" dirty="0">
                <a:latin typeface="+mn-lt"/>
                <a:ea typeface="+mn-ea"/>
                <a:cs typeface="+mn-cs"/>
              </a:rPr>
              <a:t>Sanitation, Safe Water, Land Use</a:t>
            </a:r>
            <a:endParaRPr lang="en-US" altLang="en-US" dirty="0">
              <a:latin typeface="+mn-lt"/>
              <a:ea typeface="+mn-ea"/>
              <a:cs typeface="+mn-cs"/>
            </a:endParaRPr>
          </a:p>
          <a:p>
            <a:pPr marL="457200" indent="-457200" eaLnBrk="1" hangingPunct="1">
              <a:buSzPct val="75000"/>
              <a:buFont typeface="Wingdings" panose="05000000000000000000" pitchFamily="2" charset="2"/>
              <a:buAutoNum type="arabicPeriod"/>
            </a:pPr>
            <a:r>
              <a:rPr lang="en-US" altLang="en-US" dirty="0">
                <a:latin typeface="+mn-lt"/>
                <a:ea typeface="+mn-ea"/>
                <a:cs typeface="+mn-cs"/>
              </a:rPr>
              <a:t>Common Occurring Illnesses</a:t>
            </a:r>
            <a:endParaRPr lang="en-US" altLang="en-US" dirty="0">
              <a:latin typeface="+mn-lt"/>
              <a:ea typeface="+mn-ea"/>
              <a:cs typeface="+mn-cs"/>
            </a:endParaRPr>
          </a:p>
          <a:p>
            <a:pPr marL="457200" indent="-457200" eaLnBrk="1" hangingPunct="1">
              <a:buSzPct val="75000"/>
              <a:buFont typeface="Wingdings" panose="05000000000000000000" pitchFamily="2" charset="2"/>
              <a:buAutoNum type="arabicPeriod"/>
            </a:pPr>
            <a:r>
              <a:rPr lang="en-US" altLang="en-US" dirty="0">
                <a:latin typeface="+mn-lt"/>
                <a:ea typeface="+mn-ea"/>
                <a:cs typeface="+mn-cs"/>
              </a:rPr>
              <a:t>Sexually Transmitted Illnesses</a:t>
            </a:r>
            <a:endParaRPr lang="en-US" altLang="en-US" dirty="0">
              <a:latin typeface="+mn-lt"/>
              <a:ea typeface="+mn-ea"/>
              <a:cs typeface="+mn-cs"/>
            </a:endParaRPr>
          </a:p>
        </p:txBody>
      </p:sp>
      <p:sp>
        <p:nvSpPr>
          <p:cNvPr id="11269" name="Rectangle 5"/>
          <p:cNvSpPr>
            <a:spLocks noGrp="1"/>
          </p:cNvSpPr>
          <p:nvPr>
            <p:ph sz="half" idx="2"/>
          </p:nvPr>
        </p:nvSpPr>
        <p:spPr>
          <a:xfrm>
            <a:off x="4130675" y="1981200"/>
            <a:ext cx="4556125" cy="3886200"/>
          </a:xfrm>
          <a:ln/>
        </p:spPr>
        <p:txBody>
          <a:bodyPr vert="horz" wrap="square" lIns="91440" tIns="45720" rIns="91440" bIns="45720" anchor="t" anchorCtr="0"/>
          <a:p>
            <a:pPr marL="457200" indent="-457200" eaLnBrk="1" hangingPunct="1">
              <a:lnSpc>
                <a:spcPct val="90000"/>
              </a:lnSpc>
              <a:buSzPct val="75000"/>
              <a:buFont typeface="Wingdings" panose="05000000000000000000" pitchFamily="2" charset="2"/>
              <a:buAutoNum type="arabicPeriod" startAt="7"/>
            </a:pPr>
            <a:r>
              <a:rPr lang="en-US" altLang="en-US" dirty="0">
                <a:latin typeface="+mn-lt"/>
                <a:ea typeface="+mn-ea"/>
                <a:cs typeface="+mn-cs"/>
              </a:rPr>
              <a:t>Sexuality and HIV/AIDS Prevention</a:t>
            </a:r>
            <a:endParaRPr lang="en-US" altLang="en-US" dirty="0">
              <a:latin typeface="+mn-lt"/>
              <a:ea typeface="+mn-ea"/>
              <a:cs typeface="+mn-cs"/>
            </a:endParaRPr>
          </a:p>
          <a:p>
            <a:pPr marL="457200" indent="-457200" eaLnBrk="1" hangingPunct="1">
              <a:lnSpc>
                <a:spcPct val="90000"/>
              </a:lnSpc>
              <a:buSzPct val="75000"/>
              <a:buFont typeface="Wingdings" panose="05000000000000000000" pitchFamily="2" charset="2"/>
              <a:buAutoNum type="arabicPeriod" startAt="7"/>
            </a:pPr>
            <a:r>
              <a:rPr lang="en-US" altLang="en-US" dirty="0">
                <a:latin typeface="+mn-lt"/>
                <a:ea typeface="+mn-ea"/>
                <a:cs typeface="+mn-cs"/>
              </a:rPr>
              <a:t>First Aid and Early Intervention</a:t>
            </a:r>
            <a:endParaRPr lang="en-US" altLang="en-US" dirty="0">
              <a:latin typeface="+mn-lt"/>
              <a:ea typeface="+mn-ea"/>
              <a:cs typeface="+mn-cs"/>
            </a:endParaRPr>
          </a:p>
          <a:p>
            <a:pPr marL="457200" indent="-457200" eaLnBrk="1" hangingPunct="1">
              <a:lnSpc>
                <a:spcPct val="90000"/>
              </a:lnSpc>
              <a:buSzPct val="75000"/>
              <a:buFont typeface="Wingdings" panose="05000000000000000000" pitchFamily="2" charset="2"/>
              <a:buAutoNum type="arabicPeriod" startAt="7"/>
            </a:pPr>
            <a:r>
              <a:rPr lang="en-US" altLang="en-US" dirty="0">
                <a:latin typeface="+mn-lt"/>
                <a:ea typeface="+mn-ea"/>
                <a:cs typeface="+mn-cs"/>
              </a:rPr>
              <a:t>Maternal and Child Health</a:t>
            </a:r>
            <a:endParaRPr lang="en-US" altLang="en-US" dirty="0">
              <a:latin typeface="+mn-lt"/>
              <a:ea typeface="+mn-ea"/>
              <a:cs typeface="+mn-cs"/>
            </a:endParaRPr>
          </a:p>
          <a:p>
            <a:pPr marL="457200" indent="-457200" eaLnBrk="1" hangingPunct="1">
              <a:lnSpc>
                <a:spcPct val="90000"/>
              </a:lnSpc>
              <a:buSzPct val="75000"/>
              <a:buFont typeface="Wingdings" panose="05000000000000000000" pitchFamily="2" charset="2"/>
              <a:buAutoNum type="arabicPeriod" startAt="7"/>
            </a:pPr>
            <a:r>
              <a:rPr lang="en-US" altLang="en-US" dirty="0">
                <a:latin typeface="+mn-lt"/>
                <a:ea typeface="+mn-ea"/>
                <a:cs typeface="+mn-cs"/>
              </a:rPr>
              <a:t>Fitness</a:t>
            </a:r>
            <a:endParaRPr lang="en-US" altLang="en-US" dirty="0">
              <a:latin typeface="+mn-lt"/>
              <a:ea typeface="+mn-ea"/>
              <a:cs typeface="+mn-cs"/>
            </a:endParaRPr>
          </a:p>
          <a:p>
            <a:pPr marL="457200" indent="-457200" eaLnBrk="1" hangingPunct="1">
              <a:lnSpc>
                <a:spcPct val="90000"/>
              </a:lnSpc>
              <a:buSzPct val="75000"/>
              <a:buFont typeface="Wingdings" panose="05000000000000000000" pitchFamily="2" charset="2"/>
              <a:buAutoNum type="arabicPeriod" startAt="7"/>
            </a:pPr>
            <a:r>
              <a:rPr lang="en-US" altLang="en-US" dirty="0">
                <a:latin typeface="+mn-lt"/>
                <a:ea typeface="+mn-ea"/>
                <a:cs typeface="+mn-cs"/>
              </a:rPr>
              <a:t>Addiction</a:t>
            </a:r>
            <a:endParaRPr lang="en-US" altLang="en-US" dirty="0">
              <a:latin typeface="+mn-lt"/>
              <a:ea typeface="+mn-ea"/>
              <a:cs typeface="+mn-cs"/>
            </a:endParaRPr>
          </a:p>
          <a:p>
            <a:pPr marL="457200" indent="-457200" eaLnBrk="1" hangingPunct="1">
              <a:lnSpc>
                <a:spcPct val="90000"/>
              </a:lnSpc>
              <a:buSzPct val="75000"/>
              <a:buFont typeface="Wingdings" panose="05000000000000000000" pitchFamily="2" charset="2"/>
              <a:buAutoNum type="arabicPeriod" startAt="7"/>
            </a:pPr>
            <a:r>
              <a:rPr lang="en-US" altLang="en-US" dirty="0">
                <a:latin typeface="+mn-lt"/>
                <a:ea typeface="+mn-ea"/>
                <a:cs typeface="+mn-cs"/>
              </a:rPr>
              <a:t>Leadership for a Healthy Society</a:t>
            </a:r>
            <a:endParaRPr lang="en-US" altLang="en-US" dirty="0"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charRg st="0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charRg st="1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charRg st="23" end="3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charRg st="31" end="6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charRg st="64" end="9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charRg st="91" end="1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9">
                                            <p:txEl>
                                              <p:charRg st="0" end="3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9">
                                            <p:txEl>
                                              <p:charRg st="34" end="6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9">
                                            <p:txEl>
                                              <p:charRg st="67" end="9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9">
                                            <p:txEl>
                                              <p:charRg st="93" end="10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9">
                                            <p:txEl>
                                              <p:charRg st="101" end="1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9">
                                            <p:txEl>
                                              <p:charRg st="111" end="14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7" grpId="0" build="p"/>
      <p:bldP spid="11269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4338" name="Picture 5" descr="UCU health book cover front"/>
          <p:cNvPicPr>
            <a:picLocks noChangeAspect="1"/>
          </p:cNvPicPr>
          <p:nvPr>
            <p:ph/>
          </p:nvPr>
        </p:nvPicPr>
        <p:blipFill>
          <a:blip r:embed="rId1">
            <a:lum bright="35999" contrast="24000"/>
          </a:blip>
          <a:srcRect/>
          <a:stretch>
            <a:fillRect/>
          </a:stretch>
        </p:blipFill>
        <p:spPr>
          <a:xfrm>
            <a:off x="2414588" y="0"/>
            <a:ext cx="4910137" cy="6858000"/>
          </a:xfrm>
          <a:ln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386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en-US" dirty="0"/>
              <a:t>About your workbook</a:t>
            </a:r>
            <a:endParaRPr lang="en-US" altLang="en-US" dirty="0"/>
          </a:p>
        </p:txBody>
      </p:sp>
      <p:sp>
        <p:nvSpPr>
          <p:cNvPr id="14339" name="Rectangle 3"/>
          <p:cNvSpPr>
            <a:spLocks noGrp="1"/>
          </p:cNvSpPr>
          <p:nvPr>
            <p:ph idx="1"/>
          </p:nvPr>
        </p:nvSpPr>
        <p:spPr>
          <a:xfrm>
            <a:off x="457200" y="1981200"/>
            <a:ext cx="8229600" cy="4876800"/>
          </a:xfrm>
          <a:ln/>
        </p:spPr>
        <p:txBody>
          <a:bodyPr vert="horz" wrap="square" lIns="91440" tIns="45720" rIns="91440" bIns="45720" anchor="t" anchorCtr="0"/>
          <a:p>
            <a:pPr eaLnBrk="1" hangingPunct="1"/>
            <a:r>
              <a:rPr lang="en-US" altLang="en-US" dirty="0"/>
              <a:t>Key Definitions –most important terms</a:t>
            </a:r>
            <a:endParaRPr lang="en-US" altLang="en-US" dirty="0"/>
          </a:p>
          <a:p>
            <a:pPr eaLnBrk="1" hangingPunct="1"/>
            <a:r>
              <a:rPr lang="en-US" altLang="en-US" dirty="0"/>
              <a:t>Key Concepts –most significant concepts</a:t>
            </a:r>
            <a:endParaRPr lang="en-US" altLang="en-US" dirty="0"/>
          </a:p>
          <a:p>
            <a:pPr eaLnBrk="1" hangingPunct="1"/>
            <a:r>
              <a:rPr lang="en-US" altLang="en-US" dirty="0"/>
              <a:t>Readings – required readings for the week</a:t>
            </a:r>
            <a:endParaRPr lang="en-US" altLang="en-US" dirty="0"/>
          </a:p>
          <a:p>
            <a:pPr eaLnBrk="1" hangingPunct="1"/>
            <a:r>
              <a:rPr lang="en-US" altLang="en-US" dirty="0"/>
              <a:t>Lesson – simplified notes </a:t>
            </a:r>
            <a:endParaRPr lang="en-US" altLang="en-US" dirty="0"/>
          </a:p>
          <a:p>
            <a:pPr eaLnBrk="1" hangingPunct="1"/>
            <a:r>
              <a:rPr lang="en-US" altLang="en-US" dirty="0"/>
              <a:t>More Information – further background</a:t>
            </a:r>
            <a:endParaRPr lang="en-US" altLang="en-US" dirty="0"/>
          </a:p>
          <a:p>
            <a:pPr eaLnBrk="1" hangingPunct="1"/>
            <a:r>
              <a:rPr lang="en-US" altLang="en-US" dirty="0"/>
              <a:t>Getting the Point –reinforce key concepts</a:t>
            </a:r>
            <a:endParaRPr lang="en-US" altLang="en-US" dirty="0"/>
          </a:p>
          <a:p>
            <a:pPr eaLnBrk="1" hangingPunct="1"/>
            <a:r>
              <a:rPr lang="en-US" altLang="en-US" dirty="0"/>
              <a:t>The Whole Truth – Bible study questions  </a:t>
            </a:r>
            <a:endParaRPr lang="en-US" altLang="en-US" dirty="0"/>
          </a:p>
          <a:p>
            <a:pPr eaLnBrk="1" hangingPunct="1"/>
            <a:r>
              <a:rPr lang="en-US" altLang="en-US" dirty="0"/>
              <a:t>Reflect on This – Application questions  </a:t>
            </a:r>
            <a:endParaRPr lang="en-US" altLang="en-US" dirty="0"/>
          </a:p>
          <a:p>
            <a:pPr eaLnBrk="1" hangingPunct="1"/>
            <a:endParaRPr lang="en-US" alt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charRg st="0" end="3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charRg st="38" end="7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charRg st="78" end="1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charRg st="120" end="14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charRg st="147" end="18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charRg st="185" end="22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charRg st="227" end="26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charRg st="269" end="3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39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4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en-US" dirty="0"/>
              <a:t>Evaluation and Assessment</a:t>
            </a:r>
            <a:endParaRPr lang="en-US" altLang="en-US" dirty="0"/>
          </a:p>
        </p:txBody>
      </p:sp>
      <p:sp>
        <p:nvSpPr>
          <p:cNvPr id="16387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981200"/>
            <a:ext cx="8229600" cy="43434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/>
            </a:pPr>
            <a:r>
              <a:rPr kumimoji="0" lang="en-US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10%	Lecture attendance, participation</a:t>
            </a:r>
            <a:endParaRPr kumimoji="0" lang="en-US" altLang="en-US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/>
            </a:pPr>
            <a:r>
              <a:rPr kumimoji="0" lang="en-US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10%	Assignments on moodle</a:t>
            </a:r>
            <a:endParaRPr kumimoji="0" lang="en-US" altLang="en-US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/>
            </a:pPr>
            <a:r>
              <a:rPr kumimoji="0" lang="en-US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40%	Mid-Semester Test</a:t>
            </a:r>
            <a:endParaRPr kumimoji="0" lang="en-US" altLang="en-US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/>
            </a:pPr>
            <a:r>
              <a:rPr kumimoji="0" lang="en-US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40% 	Final Exam</a:t>
            </a:r>
            <a:endParaRPr kumimoji="0" lang="en-US" altLang="en-US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en-US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charRg st="0" end="3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charRg st="38" end="5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charRg st="54" end="7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charRg st="76" end="9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7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482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pPr eaLnBrk="1" hangingPunct="1"/>
            <a:endParaRPr lang="en-US" altLang="en-US" dirty="0"/>
          </a:p>
        </p:txBody>
      </p:sp>
      <p:sp>
        <p:nvSpPr>
          <p:cNvPr id="20483" name="Rectangle 3"/>
          <p:cNvSpPr>
            <a:spLocks noGrp="1"/>
          </p:cNvSpPr>
          <p:nvPr>
            <p:ph idx="1"/>
          </p:nvPr>
        </p:nvSpPr>
        <p:spPr>
          <a:xfrm>
            <a:off x="685800" y="2209800"/>
            <a:ext cx="7772400" cy="41148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buNone/>
            </a:pPr>
            <a:r>
              <a:rPr lang="en-US" altLang="en-US" sz="4800" i="1" dirty="0"/>
              <a:t>	So why are we spending a semester on HEALTH AND WHOLENESS? </a:t>
            </a:r>
            <a:endParaRPr lang="en-US" altLang="en-US" sz="4800" i="1" dirty="0"/>
          </a:p>
          <a:p>
            <a:pPr eaLnBrk="1" hangingPunct="1"/>
            <a:endParaRPr lang="en-US" altLang="en-US" sz="4800" i="1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530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en-US" sz="4000" dirty="0"/>
              <a:t>Less Developed Countries have:</a:t>
            </a:r>
            <a:endParaRPr lang="en-US" altLang="en-US" sz="4000" dirty="0"/>
          </a:p>
        </p:txBody>
      </p:sp>
      <p:sp>
        <p:nvSpPr>
          <p:cNvPr id="18435" name="Rectangle 3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pPr eaLnBrk="1" hangingPunct="1"/>
            <a:r>
              <a:rPr lang="en-US" altLang="en-US" dirty="0"/>
              <a:t>75% of world population</a:t>
            </a:r>
            <a:endParaRPr lang="en-US" altLang="en-US" dirty="0"/>
          </a:p>
          <a:p>
            <a:pPr eaLnBrk="1" hangingPunct="1"/>
            <a:r>
              <a:rPr lang="en-US" altLang="en-US" dirty="0"/>
              <a:t>86% of all babies</a:t>
            </a:r>
            <a:endParaRPr lang="en-US" altLang="en-US" dirty="0"/>
          </a:p>
          <a:p>
            <a:pPr eaLnBrk="1" hangingPunct="1"/>
            <a:r>
              <a:rPr lang="en-US" altLang="en-US" dirty="0"/>
              <a:t>98% of all infant/child deaths</a:t>
            </a:r>
            <a:endParaRPr lang="en-US" altLang="en-US" dirty="0"/>
          </a:p>
          <a:p>
            <a:pPr eaLnBrk="1" hangingPunct="1"/>
            <a:r>
              <a:rPr lang="en-US" altLang="en-US" dirty="0"/>
              <a:t>22-50% premature mortality</a:t>
            </a:r>
            <a:endParaRPr lang="en-US" altLang="en-US" dirty="0"/>
          </a:p>
          <a:p>
            <a:pPr eaLnBrk="1" hangingPunct="1"/>
            <a:r>
              <a:rPr lang="en-US" altLang="en-US" dirty="0"/>
              <a:t>31% of children are malnourished</a:t>
            </a:r>
            <a:endParaRPr lang="en-US" altLang="en-US" dirty="0"/>
          </a:p>
          <a:p>
            <a:pPr eaLnBrk="1" hangingPunct="1"/>
            <a:r>
              <a:rPr lang="en-US" altLang="en-US" dirty="0"/>
              <a:t>28,000 children die daily from disease</a:t>
            </a:r>
            <a:endParaRPr lang="en-US" alt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charRg st="0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charRg st="24" end="4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charRg st="42" end="7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charRg st="73" end="10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charRg st="100" end="13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charRg st="133" end="17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5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578" name="Rectangle 157"/>
          <p:cNvSpPr>
            <a:spLocks noGrp="1"/>
          </p:cNvSpPr>
          <p:nvPr>
            <p:ph type="title"/>
          </p:nvPr>
        </p:nvSpPr>
        <p:spPr>
          <a:xfrm>
            <a:off x="990600" y="0"/>
            <a:ext cx="7793038" cy="1462088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en-US" dirty="0"/>
              <a:t>Uganda’s Rank in Africa…</a:t>
            </a:r>
            <a:endParaRPr lang="en-US" altLang="en-US" dirty="0"/>
          </a:p>
        </p:txBody>
      </p:sp>
      <p:graphicFrame>
        <p:nvGraphicFramePr>
          <p:cNvPr id="24579" name="Table Placeholder 24578"/>
          <p:cNvGraphicFramePr/>
          <p:nvPr>
            <p:ph type="tbl" idx="1"/>
          </p:nvPr>
        </p:nvGraphicFramePr>
        <p:xfrm>
          <a:off x="360363" y="381000"/>
          <a:ext cx="8707437" cy="6019800"/>
        </p:xfrm>
        <a:graphic>
          <a:graphicData uri="http://schemas.openxmlformats.org/drawingml/2006/table">
            <a:tbl>
              <a:tblPr/>
              <a:tblGrid>
                <a:gridCol w="4484688"/>
                <a:gridCol w="2522537"/>
                <a:gridCol w="1700213"/>
              </a:tblGrid>
              <a:tr h="438150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marL="342900" lvl="0" indent="-342900" algn="ctr" eaLnBrk="1" hangingPunct="1">
                        <a:buNone/>
                      </a:pPr>
                      <a:r>
                        <a:rPr lang="en-GB" altLang="ja-JP" sz="2000" b="1" dirty="0">
                          <a:latin typeface="Arial" panose="020B0604020202020204" pitchFamily="34" charset="0"/>
                          <a:ea typeface="MS Mincho" pitchFamily="49" charset="-128"/>
                        </a:rPr>
                        <a:t>Indicator</a:t>
                      </a:r>
                      <a:endParaRPr lang="en-GB" altLang="ja-JP" sz="2000" dirty="0">
                        <a:latin typeface="Arial" panose="020B0604020202020204" pitchFamily="34" charset="0"/>
                        <a:ea typeface="MS Mincho" pitchFamily="49" charset="-128"/>
                      </a:endParaRPr>
                    </a:p>
                  </a:txBody>
                  <a:tcPr marT="45712" marB="45712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254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254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marL="342900" lvl="0" indent="-342900" algn="ctr" eaLnBrk="1" hangingPunct="1">
                        <a:buNone/>
                      </a:pPr>
                      <a:r>
                        <a:rPr lang="en-GB" altLang="ja-JP" sz="2000" b="1" dirty="0">
                          <a:latin typeface="Arial" panose="020B0604020202020204" pitchFamily="34" charset="0"/>
                          <a:ea typeface="MS Mincho" pitchFamily="49" charset="-128"/>
                        </a:rPr>
                        <a:t>Data</a:t>
                      </a:r>
                      <a:endParaRPr lang="en-GB" altLang="ja-JP" sz="2000" dirty="0">
                        <a:latin typeface="Arial" panose="020B0604020202020204" pitchFamily="34" charset="0"/>
                        <a:ea typeface="MS Mincho" pitchFamily="49" charset="-128"/>
                      </a:endParaRPr>
                    </a:p>
                  </a:txBody>
                  <a:tcPr marT="45712" marB="45712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254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254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marL="342900" lvl="0" indent="-342900" algn="ctr" eaLnBrk="1" hangingPunct="1">
                        <a:buNone/>
                      </a:pPr>
                      <a:r>
                        <a:rPr lang="en-GB" altLang="ja-JP" sz="2000" b="1" dirty="0">
                          <a:latin typeface="Arial" panose="020B0604020202020204" pitchFamily="34" charset="0"/>
                          <a:ea typeface="MS Mincho" pitchFamily="49" charset="-128"/>
                        </a:rPr>
                        <a:t>Compare</a:t>
                      </a:r>
                      <a:endParaRPr lang="en-GB" altLang="ja-JP" sz="2000" dirty="0">
                        <a:latin typeface="Arial" panose="020B0604020202020204" pitchFamily="34" charset="0"/>
                        <a:ea typeface="MS Mincho" pitchFamily="49" charset="-128"/>
                      </a:endParaRPr>
                    </a:p>
                  </a:txBody>
                  <a:tcPr marT="45712" marB="45712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254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254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098550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marL="342900" lvl="0" indent="-342900" eaLnBrk="1" hangingPunct="1">
                        <a:buNone/>
                      </a:pPr>
                      <a:r>
                        <a:rPr lang="en-GB" altLang="ja-JP" sz="2000" b="1" dirty="0">
                          <a:latin typeface="Arial" panose="020B0604020202020204" pitchFamily="34" charset="0"/>
                          <a:ea typeface="MS Mincho" pitchFamily="49" charset="-128"/>
                        </a:rPr>
                        <a:t>Life Expectancy</a:t>
                      </a:r>
                      <a:endParaRPr lang="en-US" altLang="ja-JP" sz="2000" dirty="0">
                        <a:latin typeface="Times New Roman" panose="02020603050405020304" pitchFamily="18" charset="0"/>
                        <a:ea typeface="MS Mincho" pitchFamily="49" charset="-128"/>
                      </a:endParaRPr>
                    </a:p>
                    <a:p>
                      <a:pPr marL="342900" lvl="0" indent="-342900">
                        <a:buNone/>
                      </a:pPr>
                      <a:r>
                        <a:rPr lang="en-GB" altLang="ja-JP" sz="2000" i="1" dirty="0">
                          <a:latin typeface="Arial" panose="020B0604020202020204" pitchFamily="34" charset="0"/>
                          <a:ea typeface="MS Mincho" pitchFamily="49" charset="-128"/>
                        </a:rPr>
                        <a:t>Number of years to expect to live</a:t>
                      </a:r>
                      <a:endParaRPr lang="en-US" altLang="ja-JP" sz="2000" dirty="0">
                        <a:latin typeface="Times New Roman" panose="02020603050405020304" pitchFamily="18" charset="0"/>
                        <a:ea typeface="MS PGothic" panose="020B0600070205080204" pitchFamily="34" charset="-128"/>
                      </a:endParaRPr>
                    </a:p>
                  </a:txBody>
                  <a:tcPr marT="45712" marB="45712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254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marL="342900" lvl="0" indent="-342900" algn="ctr" eaLnBrk="1" hangingPunct="1">
                        <a:buNone/>
                      </a:pPr>
                      <a:r>
                        <a:rPr lang="en-GB" altLang="ja-JP" sz="2000" b="1" dirty="0">
                          <a:latin typeface="Arial" panose="020B0604020202020204" pitchFamily="34" charset="0"/>
                          <a:ea typeface="MS Mincho" pitchFamily="49" charset="-128"/>
                        </a:rPr>
                        <a:t>Male: 62</a:t>
                      </a:r>
                      <a:endParaRPr lang="en-US" altLang="ja-JP" sz="2000" dirty="0">
                        <a:latin typeface="Times New Roman" panose="02020603050405020304" pitchFamily="18" charset="0"/>
                        <a:ea typeface="MS Mincho" pitchFamily="49" charset="-128"/>
                      </a:endParaRPr>
                    </a:p>
                    <a:p>
                      <a:pPr marL="342900" lvl="0" indent="-342900" algn="ctr">
                        <a:buNone/>
                      </a:pPr>
                      <a:r>
                        <a:rPr lang="en-GB" altLang="ja-JP" sz="2000" b="1" dirty="0">
                          <a:latin typeface="Arial" panose="020B0604020202020204" pitchFamily="34" charset="0"/>
                          <a:ea typeface="MS Mincho" pitchFamily="49" charset="-128"/>
                        </a:rPr>
                        <a:t>Female: 64</a:t>
                      </a:r>
                      <a:endParaRPr lang="en-GB" altLang="ja-JP" sz="2000" b="1" dirty="0">
                        <a:latin typeface="Arial" panose="020B0604020202020204" pitchFamily="34" charset="0"/>
                        <a:ea typeface="MS Mincho" pitchFamily="49" charset="-128"/>
                      </a:endParaRPr>
                    </a:p>
                    <a:p>
                      <a:pPr marL="342900" lvl="0" indent="-342900" algn="ctr">
                        <a:buNone/>
                      </a:pPr>
                      <a:r>
                        <a:rPr lang="en-US" altLang="ja-JP" sz="2000" b="1" dirty="0">
                          <a:solidFill>
                            <a:schemeClr val="accent1"/>
                          </a:solidFill>
                          <a:latin typeface="Arial" panose="020B0604020202020204" pitchFamily="34" charset="0"/>
                          <a:ea typeface="MS Mincho" pitchFamily="49" charset="-128"/>
                        </a:rPr>
                        <a:t>63yrs</a:t>
                      </a:r>
                      <a:endParaRPr lang="en-US" altLang="ja-JP" sz="2000" b="1" dirty="0">
                        <a:solidFill>
                          <a:schemeClr val="accent1"/>
                        </a:solidFill>
                        <a:latin typeface="Arial" panose="020B0604020202020204" pitchFamily="34" charset="0"/>
                        <a:ea typeface="MS Mincho" pitchFamily="49" charset="-128"/>
                      </a:endParaRPr>
                    </a:p>
                  </a:txBody>
                  <a:tcPr marT="45712" marB="45712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254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marL="342900" lvl="0" indent="-342900" algn="ctr" eaLnBrk="1" hangingPunct="1">
                        <a:buNone/>
                      </a:pPr>
                      <a:r>
                        <a:rPr lang="en-GB" altLang="ja-JP" sz="2000" dirty="0">
                          <a:latin typeface="Arial" panose="020B0604020202020204" pitchFamily="34" charset="0"/>
                          <a:ea typeface="MS Mincho" pitchFamily="49" charset="-128"/>
                        </a:rPr>
                        <a:t>71yr global</a:t>
                      </a:r>
                      <a:endParaRPr lang="en-GB" altLang="ja-JP" sz="2000" dirty="0">
                        <a:latin typeface="Arial" panose="020B0604020202020204" pitchFamily="34" charset="0"/>
                        <a:ea typeface="MS Mincho" pitchFamily="49" charset="-128"/>
                      </a:endParaRPr>
                    </a:p>
                    <a:p>
                      <a:pPr marL="342900" lvl="0" indent="-342900" algn="ctr" eaLnBrk="1" hangingPunct="1">
                        <a:buNone/>
                      </a:pPr>
                      <a:r>
                        <a:rPr lang="en-GB" altLang="ja-JP" sz="2000" dirty="0">
                          <a:latin typeface="Arial" panose="020B0604020202020204" pitchFamily="34" charset="0"/>
                          <a:ea typeface="MS Mincho" pitchFamily="49" charset="-128"/>
                        </a:rPr>
                        <a:t>SSH- 58yrs</a:t>
                      </a:r>
                      <a:endParaRPr lang="en-GB" altLang="ja-JP" sz="2000" dirty="0">
                        <a:latin typeface="Arial" panose="020B0604020202020204" pitchFamily="34" charset="0"/>
                        <a:ea typeface="MS Mincho" pitchFamily="49" charset="-128"/>
                      </a:endParaRPr>
                    </a:p>
                  </a:txBody>
                  <a:tcPr marT="45712" marB="45712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254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804863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marL="342900" lvl="0" indent="-342900" eaLnBrk="1" hangingPunct="1">
                        <a:buNone/>
                      </a:pPr>
                      <a:r>
                        <a:rPr lang="en-GB" altLang="ja-JP" sz="2000" b="1" dirty="0">
                          <a:latin typeface="Arial" panose="020B0604020202020204" pitchFamily="34" charset="0"/>
                          <a:ea typeface="MS Mincho" pitchFamily="49" charset="-128"/>
                        </a:rPr>
                        <a:t>Healthy Life Expectancy</a:t>
                      </a:r>
                      <a:endParaRPr lang="en-US" altLang="ja-JP" sz="2000" dirty="0">
                        <a:latin typeface="Times New Roman" panose="02020603050405020304" pitchFamily="18" charset="0"/>
                        <a:ea typeface="MS Mincho" pitchFamily="49" charset="-128"/>
                      </a:endParaRPr>
                    </a:p>
                    <a:p>
                      <a:pPr marL="342900" lvl="0" indent="-342900">
                        <a:buNone/>
                      </a:pPr>
                      <a:r>
                        <a:rPr lang="en-GB" altLang="ja-JP" sz="2000" i="1" dirty="0">
                          <a:latin typeface="Arial" panose="020B0604020202020204" pitchFamily="34" charset="0"/>
                          <a:ea typeface="MS Mincho" pitchFamily="49" charset="-128"/>
                        </a:rPr>
                        <a:t>Number of healthy years</a:t>
                      </a:r>
                      <a:endParaRPr lang="en-US" altLang="ja-JP" sz="2000" dirty="0">
                        <a:latin typeface="Times New Roman" panose="02020603050405020304" pitchFamily="18" charset="0"/>
                        <a:ea typeface="MS PGothic" panose="020B0600070205080204" pitchFamily="34" charset="-128"/>
                      </a:endParaRPr>
                    </a:p>
                  </a:txBody>
                  <a:tcPr marT="45712" marB="45712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marL="342900" lvl="0" indent="-342900" algn="ctr" eaLnBrk="1" hangingPunct="1">
                        <a:buNone/>
                      </a:pPr>
                      <a:r>
                        <a:rPr lang="en-US" altLang="ja-JP" sz="2000" dirty="0">
                          <a:latin typeface="Times New Roman" panose="02020603050405020304" pitchFamily="18" charset="0"/>
                          <a:ea typeface="MS PGothic" panose="020B0600070205080204" pitchFamily="34" charset="-128"/>
                        </a:rPr>
                        <a:t>49 years</a:t>
                      </a:r>
                      <a:endParaRPr lang="en-US" altLang="ja-JP" sz="2000" dirty="0">
                        <a:latin typeface="Times New Roman" panose="02020603050405020304" pitchFamily="18" charset="0"/>
                        <a:ea typeface="MS PGothic" panose="020B0600070205080204" pitchFamily="34" charset="-128"/>
                      </a:endParaRPr>
                    </a:p>
                  </a:txBody>
                  <a:tcPr marT="45712" marB="45712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marL="342900" lvl="0" indent="-342900" algn="ctr" eaLnBrk="1" hangingPunct="1">
                        <a:buNone/>
                      </a:pPr>
                      <a:endParaRPr lang="en-GB" altLang="ja-JP" sz="2000" dirty="0">
                        <a:latin typeface="Arial" panose="020B0604020202020204" pitchFamily="34" charset="0"/>
                        <a:ea typeface="MS Mincho" pitchFamily="49" charset="-128"/>
                      </a:endParaRPr>
                    </a:p>
                  </a:txBody>
                  <a:tcPr marT="45712" marB="45712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812800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marL="342900" lvl="0" indent="-342900" eaLnBrk="1" hangingPunct="1">
                        <a:buNone/>
                      </a:pPr>
                      <a:r>
                        <a:rPr lang="en-GB" altLang="ja-JP" sz="2000" b="1" dirty="0">
                          <a:latin typeface="Arial" panose="020B0604020202020204" pitchFamily="34" charset="0"/>
                          <a:ea typeface="MS Mincho" pitchFamily="49" charset="-128"/>
                        </a:rPr>
                        <a:t>Population Growth</a:t>
                      </a:r>
                      <a:endParaRPr lang="en-US" altLang="ja-JP" sz="2000" dirty="0">
                        <a:latin typeface="Times New Roman" panose="02020603050405020304" pitchFamily="18" charset="0"/>
                        <a:ea typeface="MS Mincho" pitchFamily="49" charset="-128"/>
                      </a:endParaRPr>
                    </a:p>
                    <a:p>
                      <a:pPr marL="342900" lvl="0" indent="-342900">
                        <a:buNone/>
                      </a:pPr>
                      <a:r>
                        <a:rPr lang="en-GB" altLang="ja-JP" sz="2000" i="1" dirty="0">
                          <a:latin typeface="Arial" panose="020B0604020202020204" pitchFamily="34" charset="0"/>
                          <a:ea typeface="MS Mincho" pitchFamily="49" charset="-128"/>
                        </a:rPr>
                        <a:t>Annual increase in population</a:t>
                      </a:r>
                      <a:endParaRPr lang="en-US" altLang="ja-JP" sz="2000" dirty="0">
                        <a:latin typeface="Times New Roman" panose="02020603050405020304" pitchFamily="18" charset="0"/>
                        <a:ea typeface="MS PGothic" panose="020B0600070205080204" pitchFamily="34" charset="-128"/>
                      </a:endParaRPr>
                    </a:p>
                  </a:txBody>
                  <a:tcPr marT="45712" marB="45712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marL="342900" lvl="0" indent="-342900" algn="ctr" eaLnBrk="1" hangingPunct="1">
                        <a:buNone/>
                      </a:pPr>
                      <a:r>
                        <a:rPr lang="en-GB" altLang="ja-JP" sz="2000" b="1" dirty="0">
                          <a:latin typeface="Arial" panose="020B0604020202020204" pitchFamily="34" charset="0"/>
                          <a:ea typeface="MS Mincho" pitchFamily="49" charset="-128"/>
                        </a:rPr>
                        <a:t>3.% per year</a:t>
                      </a:r>
                      <a:endParaRPr lang="en-GB" altLang="ja-JP" sz="2000" b="1" dirty="0">
                        <a:latin typeface="Arial" panose="020B0604020202020204" pitchFamily="34" charset="0"/>
                        <a:ea typeface="MS Mincho" pitchFamily="49" charset="-128"/>
                      </a:endParaRPr>
                    </a:p>
                  </a:txBody>
                  <a:tcPr marT="45712" marB="45712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marL="342900" lvl="0" indent="-342900" algn="ctr" eaLnBrk="1" hangingPunct="1">
                        <a:buNone/>
                      </a:pPr>
                      <a:r>
                        <a:rPr lang="en-GB" altLang="ja-JP" sz="2000" dirty="0">
                          <a:latin typeface="Arial" panose="020B0604020202020204" pitchFamily="34" charset="0"/>
                          <a:ea typeface="MS Mincho" pitchFamily="49" charset="-128"/>
                        </a:rPr>
                        <a:t>Kenya -2.6,</a:t>
                      </a:r>
                      <a:endParaRPr lang="en-GB" altLang="ja-JP" sz="2000" dirty="0">
                        <a:latin typeface="Arial" panose="020B0604020202020204" pitchFamily="34" charset="0"/>
                        <a:ea typeface="MS Mincho" pitchFamily="49" charset="-128"/>
                      </a:endParaRPr>
                    </a:p>
                    <a:p>
                      <a:pPr marL="342900" lvl="0" indent="-342900" algn="ctr" eaLnBrk="1" hangingPunct="1">
                        <a:buNone/>
                      </a:pPr>
                      <a:r>
                        <a:rPr lang="en-GB" altLang="ja-JP" sz="2000" dirty="0">
                          <a:latin typeface="Arial" panose="020B0604020202020204" pitchFamily="34" charset="0"/>
                          <a:ea typeface="MS Mincho" pitchFamily="49" charset="-128"/>
                        </a:rPr>
                        <a:t>Rwanda 2.4 </a:t>
                      </a:r>
                      <a:endParaRPr lang="en-GB" altLang="ja-JP" sz="2000" dirty="0">
                        <a:latin typeface="Arial" panose="020B0604020202020204" pitchFamily="34" charset="0"/>
                        <a:ea typeface="MS Mincho" pitchFamily="49" charset="-128"/>
                      </a:endParaRPr>
                    </a:p>
                  </a:txBody>
                  <a:tcPr marT="45712" marB="45712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028700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marL="342900" lvl="0" indent="-342900" eaLnBrk="1" hangingPunct="1">
                        <a:buNone/>
                      </a:pPr>
                      <a:r>
                        <a:rPr lang="en-GB" altLang="ja-JP" sz="2000" b="1" dirty="0">
                          <a:latin typeface="Arial" panose="020B0604020202020204" pitchFamily="34" charset="0"/>
                          <a:ea typeface="MS Mincho" pitchFamily="49" charset="-128"/>
                        </a:rPr>
                        <a:t>Dependency</a:t>
                      </a:r>
                      <a:endParaRPr lang="en-GB" altLang="ja-JP" sz="2000" b="1" dirty="0">
                        <a:latin typeface="Arial" panose="020B0604020202020204" pitchFamily="34" charset="0"/>
                        <a:ea typeface="MS Mincho" pitchFamily="49" charset="-128"/>
                      </a:endParaRPr>
                    </a:p>
                    <a:p>
                      <a:pPr marL="342900" lvl="0" indent="-342900" eaLnBrk="1" hangingPunct="1">
                        <a:buNone/>
                      </a:pPr>
                      <a:r>
                        <a:rPr lang="en-US" altLang="ja-JP" sz="2000" dirty="0">
                          <a:latin typeface="Times New Roman" panose="02020603050405020304" pitchFamily="18" charset="0"/>
                          <a:ea typeface="MS Mincho" pitchFamily="49" charset="-128"/>
                        </a:rPr>
                        <a:t>Ratio of population aged 0-14 and 65+ per 100 population 15-64 years</a:t>
                      </a:r>
                      <a:endParaRPr lang="en-US" altLang="ja-JP" sz="2000" dirty="0">
                        <a:latin typeface="Times New Roman" panose="02020603050405020304" pitchFamily="18" charset="0"/>
                        <a:ea typeface="MS Mincho" pitchFamily="49" charset="-128"/>
                      </a:endParaRPr>
                    </a:p>
                  </a:txBody>
                  <a:tcPr marT="45712" marB="45712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marL="342900" lvl="0" indent="-342900" algn="ctr" eaLnBrk="1" hangingPunct="1">
                        <a:buNone/>
                      </a:pPr>
                      <a:r>
                        <a:rPr lang="en-GB" altLang="ja-JP" sz="2000" b="1" dirty="0">
                          <a:latin typeface="Arial" panose="020B0604020202020204" pitchFamily="34" charset="0"/>
                          <a:ea typeface="MS Mincho" pitchFamily="49" charset="-128"/>
                        </a:rPr>
                        <a:t>101.6</a:t>
                      </a:r>
                      <a:endParaRPr lang="en-GB" altLang="ja-JP" sz="2000" dirty="0">
                        <a:latin typeface="Arial" panose="020B0604020202020204" pitchFamily="34" charset="0"/>
                        <a:ea typeface="MS Mincho" pitchFamily="49" charset="-128"/>
                      </a:endParaRPr>
                    </a:p>
                  </a:txBody>
                  <a:tcPr marT="45712" marB="45712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marL="342900" lvl="0" indent="-342900" algn="ctr" eaLnBrk="1" hangingPunct="1">
                        <a:buNone/>
                      </a:pPr>
                      <a:endParaRPr lang="en-GB" altLang="ja-JP" sz="2000" dirty="0">
                        <a:latin typeface="Arial" panose="020B0604020202020204" pitchFamily="34" charset="0"/>
                        <a:ea typeface="MS Mincho" pitchFamily="49" charset="-128"/>
                      </a:endParaRPr>
                    </a:p>
                  </a:txBody>
                  <a:tcPr marT="45712" marB="45712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804862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marL="342900" lvl="0" indent="-342900" eaLnBrk="1" hangingPunct="1">
                        <a:buNone/>
                      </a:pPr>
                      <a:r>
                        <a:rPr lang="en-GB" altLang="ja-JP" sz="2000" b="1" dirty="0">
                          <a:latin typeface="Arial" panose="020B0604020202020204" pitchFamily="34" charset="0"/>
                          <a:ea typeface="MS Mincho" pitchFamily="49" charset="-128"/>
                        </a:rPr>
                        <a:t>Child mortality</a:t>
                      </a:r>
                      <a:endParaRPr lang="en-US" altLang="ja-JP" sz="2000" dirty="0">
                        <a:latin typeface="Times New Roman" panose="02020603050405020304" pitchFamily="18" charset="0"/>
                        <a:ea typeface="MS Mincho" pitchFamily="49" charset="-128"/>
                      </a:endParaRPr>
                    </a:p>
                    <a:p>
                      <a:pPr marL="342900" lvl="0" indent="-342900">
                        <a:buNone/>
                      </a:pPr>
                      <a:r>
                        <a:rPr lang="en-GB" altLang="ja-JP" sz="2000" i="1" dirty="0">
                          <a:latin typeface="Arial" panose="020B0604020202020204" pitchFamily="34" charset="0"/>
                          <a:ea typeface="MS Mincho" pitchFamily="49" charset="-128"/>
                        </a:rPr>
                        <a:t>Children per 1000 who die &lt;5</a:t>
                      </a:r>
                      <a:endParaRPr lang="en-US" altLang="ja-JP" sz="2000" dirty="0">
                        <a:latin typeface="Times New Roman" panose="02020603050405020304" pitchFamily="18" charset="0"/>
                        <a:ea typeface="MS PGothic" panose="020B0600070205080204" pitchFamily="34" charset="-128"/>
                      </a:endParaRPr>
                    </a:p>
                  </a:txBody>
                  <a:tcPr marT="45712" marB="45712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marL="342900" lvl="0" indent="-342900" algn="ctr">
                        <a:buNone/>
                      </a:pPr>
                      <a:r>
                        <a:rPr lang="en-GB" altLang="ja-JP" sz="2000" b="1" dirty="0">
                          <a:solidFill>
                            <a:schemeClr val="accent1"/>
                          </a:solidFill>
                          <a:latin typeface="Arial" panose="020B0604020202020204" pitchFamily="34" charset="0"/>
                          <a:ea typeface="MS Mincho" pitchFamily="49" charset="-128"/>
                        </a:rPr>
                        <a:t>54.6/1000</a:t>
                      </a:r>
                      <a:endParaRPr lang="en-GB" altLang="ja-JP" sz="2000" b="1" dirty="0">
                        <a:solidFill>
                          <a:schemeClr val="accent1"/>
                        </a:solidFill>
                        <a:latin typeface="Arial" panose="020B0604020202020204" pitchFamily="34" charset="0"/>
                        <a:ea typeface="MS Mincho" pitchFamily="49" charset="-128"/>
                      </a:endParaRPr>
                    </a:p>
                  </a:txBody>
                  <a:tcPr marT="45712" marB="45712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marL="342900" lvl="0" indent="-342900" algn="ctr" eaLnBrk="1" hangingPunct="1">
                        <a:buNone/>
                      </a:pPr>
                      <a:endParaRPr lang="en-GB" altLang="ja-JP" sz="2000" dirty="0">
                        <a:latin typeface="Arial" panose="020B0604020202020204" pitchFamily="34" charset="0"/>
                        <a:ea typeface="MS Mincho" pitchFamily="49" charset="-128"/>
                      </a:endParaRPr>
                    </a:p>
                  </a:txBody>
                  <a:tcPr marT="45712" marB="45712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031875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marL="342900" lvl="0" indent="-342900" eaLnBrk="1" hangingPunct="1">
                        <a:buNone/>
                      </a:pPr>
                      <a:r>
                        <a:rPr lang="en-GB" altLang="ja-JP" sz="2000" b="1" dirty="0">
                          <a:latin typeface="Arial" panose="020B0604020202020204" pitchFamily="34" charset="0"/>
                          <a:ea typeface="MS Mincho" pitchFamily="49" charset="-128"/>
                        </a:rPr>
                        <a:t>Health as % of Economy</a:t>
                      </a:r>
                      <a:endParaRPr lang="en-US" altLang="ja-JP" sz="2000" dirty="0">
                        <a:latin typeface="Times New Roman" panose="02020603050405020304" pitchFamily="18" charset="0"/>
                        <a:ea typeface="MS Mincho" pitchFamily="49" charset="-128"/>
                      </a:endParaRPr>
                    </a:p>
                    <a:p>
                      <a:pPr marL="342900" lvl="0" indent="-342900">
                        <a:buNone/>
                      </a:pPr>
                      <a:r>
                        <a:rPr lang="en-GB" altLang="ja-JP" sz="2000" dirty="0">
                          <a:latin typeface="Arial" panose="020B0604020202020204" pitchFamily="34" charset="0"/>
                          <a:ea typeface="MS Mincho" pitchFamily="49" charset="-128"/>
                        </a:rPr>
                        <a:t>(% of GDP spent on health)</a:t>
                      </a:r>
                      <a:endParaRPr lang="en-US" altLang="ja-JP" sz="2000" dirty="0">
                        <a:latin typeface="Times New Roman" panose="02020603050405020304" pitchFamily="18" charset="0"/>
                        <a:ea typeface="MS PGothic" panose="020B0600070205080204" pitchFamily="34" charset="-128"/>
                      </a:endParaRPr>
                    </a:p>
                  </a:txBody>
                  <a:tcPr marT="45712" marB="45712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marL="342900" lvl="0" indent="-342900" algn="ctr" eaLnBrk="1" hangingPunct="1">
                        <a:buNone/>
                      </a:pPr>
                      <a:br>
                        <a:rPr lang="en-GB" altLang="ja-JP" sz="2000" b="1" dirty="0">
                          <a:latin typeface="Arial" panose="020B0604020202020204" pitchFamily="34" charset="0"/>
                          <a:ea typeface="MS Mincho" pitchFamily="49" charset="-128"/>
                        </a:rPr>
                      </a:br>
                      <a:r>
                        <a:rPr lang="en-GB" altLang="ja-JP" sz="2000" b="1" dirty="0">
                          <a:solidFill>
                            <a:schemeClr val="accent1"/>
                          </a:solidFill>
                          <a:latin typeface="Arial" panose="020B0604020202020204" pitchFamily="34" charset="0"/>
                          <a:ea typeface="MS Mincho" pitchFamily="49" charset="-128"/>
                        </a:rPr>
                        <a:t>8</a:t>
                      </a:r>
                      <a:r>
                        <a:rPr lang="en-GB" altLang="ja-JP" sz="2000" b="1" dirty="0">
                          <a:latin typeface="Arial" panose="020B0604020202020204" pitchFamily="34" charset="0"/>
                          <a:ea typeface="MS Mincho" pitchFamily="49" charset="-128"/>
                        </a:rPr>
                        <a:t>%</a:t>
                      </a:r>
                      <a:endParaRPr lang="en-GB" altLang="ja-JP" sz="2000" dirty="0">
                        <a:latin typeface="Arial" panose="020B0604020202020204" pitchFamily="34" charset="0"/>
                        <a:ea typeface="MS Mincho" pitchFamily="49" charset="-128"/>
                      </a:endParaRPr>
                    </a:p>
                  </a:txBody>
                  <a:tcPr marT="45712" marB="45712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marL="342900" lvl="0" indent="-342900" algn="ctr" eaLnBrk="1" hangingPunct="1">
                        <a:buNone/>
                      </a:pPr>
                      <a:endParaRPr lang="en-GB" altLang="ja-JP" sz="2000" dirty="0">
                        <a:latin typeface="Arial" panose="020B0604020202020204" pitchFamily="34" charset="0"/>
                        <a:ea typeface="MS Mincho" pitchFamily="49" charset="-128"/>
                      </a:endParaRPr>
                    </a:p>
                  </a:txBody>
                  <a:tcPr marT="45712" marB="45712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6626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685800"/>
          </a:xfrm>
          <a:ln/>
        </p:spPr>
        <p:txBody>
          <a:bodyPr vert="horz" wrap="square" lIns="91440" tIns="45720" rIns="91440" bIns="45720" anchor="ctr" anchorCtr="0"/>
          <a:p>
            <a:pPr>
              <a:buNone/>
            </a:pPr>
            <a:r>
              <a:rPr sz="2800" dirty="0"/>
              <a:t>Currently selected health data for Uganda</a:t>
            </a:r>
            <a:endParaRPr lang="" altLang="x-none" sz="2800" dirty="0"/>
          </a:p>
        </p:txBody>
      </p:sp>
      <p:pic>
        <p:nvPicPr>
          <p:cNvPr id="26627" name="Table Placeholder 3"/>
          <p:cNvPicPr>
            <a:picLocks noGrp="1" noChangeAspect="1"/>
          </p:cNvPicPr>
          <p:nvPr>
            <p:ph type="tbl" idx="1"/>
          </p:nvPr>
        </p:nvPicPr>
        <p:blipFill>
          <a:blip r:embed="rId1"/>
          <a:stretch>
            <a:fillRect/>
          </a:stretch>
        </p:blipFill>
        <p:spPr>
          <a:xfrm>
            <a:off x="685800" y="1371600"/>
            <a:ext cx="7848600" cy="5029200"/>
          </a:xfrm>
          <a:ln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50" name="Title 1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r>
              <a:rPr lang="en-US" altLang="en-US" dirty="0">
                <a:solidFill>
                  <a:srgbClr val="000000"/>
                </a:solidFill>
              </a:rPr>
              <a:t>Challenges to health</a:t>
            </a:r>
            <a:endParaRPr lang="" altLang="" dirty="0"/>
          </a:p>
        </p:txBody>
      </p:sp>
      <p:sp>
        <p:nvSpPr>
          <p:cNvPr id="7" name="TextBox 6"/>
          <p:cNvSpPr txBox="1"/>
          <p:nvPr/>
        </p:nvSpPr>
        <p:spPr>
          <a:xfrm>
            <a:off x="762000" y="1524000"/>
            <a:ext cx="7315200" cy="40068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342900" marR="0" indent="-342900" defTabSz="914400" eaLnBrk="1" hangingPunct="1">
              <a:spcBef>
                <a:spcPct val="20000"/>
              </a:spcBef>
              <a:buClr>
                <a:srgbClr val="00007D"/>
              </a:buClr>
              <a:buSzPct val="75000"/>
              <a:buFont typeface="Wingdings" panose="05000000000000000000" pitchFamily="2" charset="2"/>
              <a:buChar char="n"/>
              <a:defRPr/>
            </a:pPr>
            <a:r>
              <a:rPr kumimoji="0" lang="en-US" altLang="en-US" sz="3200" kern="0" cap="none" spc="0" normalizeH="0" baseline="0" noProof="0" dirty="0">
                <a:solidFill>
                  <a:srgbClr val="000000"/>
                </a:solidFill>
                <a:latin typeface="Arial" panose="020B0604020202020204"/>
                <a:ea typeface="+mn-ea"/>
                <a:cs typeface="+mn-cs"/>
              </a:rPr>
              <a:t>Lack of awareness of true information </a:t>
            </a:r>
            <a:r>
              <a:rPr kumimoji="0" lang="en-US" altLang="en-US" sz="2000" kern="0" cap="none" spc="0" normalizeH="0" baseline="0" noProof="0" dirty="0">
                <a:solidFill>
                  <a:srgbClr val="00B050"/>
                </a:solidFill>
                <a:latin typeface="Arial" panose="020B0604020202020204"/>
                <a:ea typeface="+mn-ea"/>
                <a:cs typeface="+mn-cs"/>
              </a:rPr>
              <a:t>(e.g. Covid-19 is not real/it is political/does not affect young people etc.)</a:t>
            </a:r>
            <a:endParaRPr kumimoji="0" lang="en-US" altLang="en-US" sz="2000" kern="0" cap="none" spc="0" normalizeH="0" baseline="0" noProof="0" dirty="0">
              <a:solidFill>
                <a:srgbClr val="00B050"/>
              </a:solidFill>
              <a:latin typeface="Arial" panose="020B0604020202020204"/>
              <a:ea typeface="+mn-ea"/>
              <a:cs typeface="+mn-cs"/>
            </a:endParaRPr>
          </a:p>
          <a:p>
            <a:pPr marL="342900" marR="0" indent="-342900" defTabSz="914400" eaLnBrk="1" hangingPunct="1">
              <a:spcBef>
                <a:spcPct val="20000"/>
              </a:spcBef>
              <a:buClr>
                <a:srgbClr val="00007D"/>
              </a:buClr>
              <a:buSzPct val="75000"/>
              <a:buFont typeface="Wingdings" panose="05000000000000000000" pitchFamily="2" charset="2"/>
              <a:buChar char="n"/>
              <a:defRPr/>
            </a:pPr>
            <a:endParaRPr kumimoji="0" lang="en-US" altLang="en-US" sz="2000" kern="0" cap="none" spc="0" normalizeH="0" baseline="0" noProof="0" dirty="0">
              <a:solidFill>
                <a:srgbClr val="00B050"/>
              </a:solidFill>
              <a:latin typeface="Arial" panose="020B0604020202020204"/>
              <a:ea typeface="+mn-ea"/>
              <a:cs typeface="+mn-cs"/>
            </a:endParaRPr>
          </a:p>
          <a:p>
            <a:pPr marL="342900" marR="0" indent="-342900" defTabSz="914400" eaLnBrk="1" hangingPunct="1">
              <a:spcBef>
                <a:spcPct val="20000"/>
              </a:spcBef>
              <a:buClr>
                <a:srgbClr val="00007D"/>
              </a:buClr>
              <a:buSzPct val="75000"/>
              <a:buFont typeface="Wingdings" panose="05000000000000000000" pitchFamily="2" charset="2"/>
              <a:buChar char="n"/>
              <a:defRPr/>
            </a:pPr>
            <a:r>
              <a:rPr kumimoji="0" lang="en-US" altLang="en-US" sz="3200" kern="0" cap="none" spc="0" normalizeH="0" baseline="0" noProof="0" dirty="0">
                <a:solidFill>
                  <a:srgbClr val="000000"/>
                </a:solidFill>
                <a:latin typeface="Arial" panose="020B0604020202020204"/>
                <a:ea typeface="+mn-ea"/>
                <a:cs typeface="+mn-cs"/>
              </a:rPr>
              <a:t>Cultural practices which are not healthy (</a:t>
            </a:r>
            <a:r>
              <a:rPr kumimoji="0" lang="en-US" altLang="en-US" sz="3200" kern="0" cap="none" spc="0" normalizeH="0" baseline="0" noProof="0" dirty="0" err="1">
                <a:solidFill>
                  <a:srgbClr val="00B050"/>
                </a:solidFill>
                <a:latin typeface="Arial" panose="020B0604020202020204"/>
                <a:ea typeface="+mn-ea"/>
                <a:cs typeface="+mn-cs"/>
              </a:rPr>
              <a:t>e.g</a:t>
            </a:r>
            <a:r>
              <a:rPr kumimoji="0" lang="en-US" altLang="en-US" sz="3200" kern="0" cap="none" spc="0" normalizeH="0" baseline="0" noProof="0" dirty="0">
                <a:solidFill>
                  <a:srgbClr val="00B050"/>
                </a:solidFill>
                <a:latin typeface="Arial" panose="020B0604020202020204"/>
                <a:ea typeface="+mn-ea"/>
                <a:cs typeface="+mn-cs"/>
              </a:rPr>
              <a:t> polygamy/crude cultural circumcision/applying cow dung on fresh umbilical stamps </a:t>
            </a:r>
            <a:r>
              <a:rPr kumimoji="0" lang="en-US" altLang="en-US" sz="3200" kern="0" cap="none" spc="0" normalizeH="0" baseline="0" noProof="0" dirty="0" err="1">
                <a:solidFill>
                  <a:srgbClr val="00B050"/>
                </a:solidFill>
                <a:latin typeface="Arial" panose="020B0604020202020204"/>
                <a:ea typeface="+mn-ea"/>
                <a:cs typeface="+mn-cs"/>
              </a:rPr>
              <a:t>etc</a:t>
            </a:r>
            <a:r>
              <a:rPr kumimoji="0" lang="en-US" altLang="en-US" sz="3200" kern="0" cap="none" spc="0" normalizeH="0" baseline="0" noProof="0" dirty="0">
                <a:solidFill>
                  <a:srgbClr val="00B050"/>
                </a:solidFill>
                <a:latin typeface="Arial" panose="020B0604020202020204"/>
                <a:ea typeface="+mn-ea"/>
                <a:cs typeface="+mn-cs"/>
              </a:rPr>
              <a:t>) </a:t>
            </a:r>
            <a:endParaRPr kumimoji="0" lang="en-US" altLang="en-US" sz="3200" kern="0" cap="none" spc="0" normalizeH="0" baseline="0" noProof="0" dirty="0">
              <a:solidFill>
                <a:srgbClr val="00B050"/>
              </a:solidFill>
              <a:latin typeface="Arial" panose="020B0604020202020204"/>
              <a:ea typeface="+mn-ea"/>
              <a:cs typeface="+mn-cs"/>
            </a:endParaRPr>
          </a:p>
          <a:p>
            <a:pPr marR="0" defTabSz="914400" eaLnBrk="1" hangingPunct="1">
              <a:spcBef>
                <a:spcPct val="20000"/>
              </a:spcBef>
              <a:buClr>
                <a:srgbClr val="00007D"/>
              </a:buClr>
              <a:buSzPct val="75000"/>
              <a:buFontTx/>
              <a:buNone/>
              <a:defRPr/>
            </a:pPr>
            <a:endParaRPr kumimoji="0" lang="en-US" altLang="en-US" sz="2000" kern="0" cap="none" spc="0" normalizeH="0" baseline="0" noProof="0" dirty="0">
              <a:solidFill>
                <a:srgbClr val="00B050"/>
              </a:solidFill>
              <a:latin typeface="Arial" panose="020B060402020202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483" name="Rectangle 3"/>
          <p:cNvSpPr>
            <a:spLocks noGrp="1"/>
          </p:cNvSpPr>
          <p:nvPr>
            <p:ph idx="1"/>
          </p:nvPr>
        </p:nvSpPr>
        <p:spPr>
          <a:xfrm>
            <a:off x="457200" y="457200"/>
            <a:ext cx="8229600" cy="6705600"/>
          </a:xfrm>
          <a:ln/>
        </p:spPr>
        <p:txBody>
          <a:bodyPr vert="horz" wrap="square" lIns="91440" tIns="45720" rIns="91440" bIns="45720" anchor="t" anchorCtr="0"/>
          <a:p>
            <a:pPr eaLnBrk="1" hangingPunct="1"/>
            <a:r>
              <a:rPr lang="en-US" altLang="en-US" dirty="0"/>
              <a:t>Apathy </a:t>
            </a:r>
            <a:r>
              <a:rPr lang="en-US" altLang="en-US" dirty="0">
                <a:solidFill>
                  <a:srgbClr val="00B050"/>
                </a:solidFill>
              </a:rPr>
              <a:t>(People see problems but no body cares – e.g. look at the way people throw garbage in drainages and then floods follow)</a:t>
            </a:r>
            <a:endParaRPr lang="en-US" altLang="en-US" dirty="0">
              <a:solidFill>
                <a:srgbClr val="00B050"/>
              </a:solidFill>
            </a:endParaRPr>
          </a:p>
          <a:p>
            <a:pPr eaLnBrk="1" hangingPunct="1"/>
            <a:r>
              <a:rPr lang="en-US" altLang="en-US" dirty="0"/>
              <a:t>Negative peer pressures </a:t>
            </a:r>
            <a:r>
              <a:rPr lang="en-US" altLang="en-US" sz="2800" dirty="0">
                <a:solidFill>
                  <a:srgbClr val="00B050"/>
                </a:solidFill>
              </a:rPr>
              <a:t>(e.g. you cannot date without having sex! Or every body must have an expensive smart phone whatever the cost)</a:t>
            </a:r>
            <a:r>
              <a:rPr lang="en-US" altLang="en-US" dirty="0"/>
              <a:t> </a:t>
            </a:r>
            <a:endParaRPr lang="en-US" altLang="en-US" dirty="0"/>
          </a:p>
          <a:p>
            <a:pPr eaLnBrk="1" hangingPunct="1"/>
            <a:r>
              <a:rPr lang="en-US" altLang="en-US" dirty="0"/>
              <a:t>Lack of self esteem- </a:t>
            </a:r>
            <a:r>
              <a:rPr lang="en-US" altLang="en-US" dirty="0">
                <a:solidFill>
                  <a:srgbClr val="00B050"/>
                </a:solidFill>
              </a:rPr>
              <a:t>(I come from a poor background- I do not deserve the best)</a:t>
            </a:r>
            <a:endParaRPr lang="en-US" altLang="en-US" dirty="0">
              <a:solidFill>
                <a:srgbClr val="00B050"/>
              </a:solidFill>
            </a:endParaRPr>
          </a:p>
          <a:p>
            <a:pPr eaLnBrk="1" hangingPunct="1"/>
            <a:r>
              <a:rPr lang="en-US" altLang="en-US" dirty="0"/>
              <a:t>Poor role models/ Poor environmental conditions</a:t>
            </a:r>
            <a:endParaRPr lang="en-US" altLang="en-US" dirty="0"/>
          </a:p>
          <a:p>
            <a:pPr eaLnBrk="1" hangingPunct="1"/>
            <a:endParaRPr lang="en-US" alt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charRg st="0" end="12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charRg st="127" end="26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charRg st="262" end="34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charRg st="342" end="39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722" name="Title 1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pPr>
              <a:buNone/>
            </a:pPr>
            <a:r>
              <a:rPr dirty="0"/>
              <a:t>Class discussion </a:t>
            </a:r>
            <a:endParaRPr lang="" altLang="x-none" dirty="0"/>
          </a:p>
        </p:txBody>
      </p:sp>
      <p:sp>
        <p:nvSpPr>
          <p:cNvPr id="30723" name="Content Placeholder 2"/>
          <p:cNvSpPr>
            <a:spLocks noGrp="1"/>
          </p:cNvSpPr>
          <p:nvPr>
            <p:ph idx="1"/>
          </p:nvPr>
        </p:nvSpPr>
        <p:spPr>
          <a:xfrm>
            <a:off x="457200" y="1981200"/>
            <a:ext cx="8229600" cy="4495800"/>
          </a:xfrm>
          <a:ln/>
        </p:spPr>
        <p:txBody>
          <a:bodyPr vert="horz" wrap="square" lIns="91440" tIns="45720" rIns="91440" bIns="45720" anchor="t" anchorCtr="0"/>
          <a:p>
            <a:r>
              <a:rPr dirty="0"/>
              <a:t>Identify 5 major diseases that kill worldwide in abundance</a:t>
            </a:r>
            <a:endParaRPr dirty="0"/>
          </a:p>
          <a:p>
            <a:r>
              <a:rPr dirty="0"/>
              <a:t>identify health reasons why people get sick in Uganda and worldwide.  </a:t>
            </a:r>
            <a:endParaRPr dirty="0"/>
          </a:p>
          <a:p>
            <a:r>
              <a:rPr lang="en-US" altLang="" dirty="0"/>
              <a:t>What is the commonest cause of martality among children below 5 years&gt;</a:t>
            </a:r>
            <a:endParaRPr lang="en-US" altLang="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1746" name="Rectangle 25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en-US" sz="4000" dirty="0"/>
              <a:t>Every country shares or has its health problems</a:t>
            </a:r>
            <a:endParaRPr lang="en-US" altLang="en-US" sz="4000" dirty="0"/>
          </a:p>
        </p:txBody>
      </p:sp>
      <p:graphicFrame>
        <p:nvGraphicFramePr>
          <p:cNvPr id="31747" name="Table Placeholder 31746"/>
          <p:cNvGraphicFramePr/>
          <p:nvPr>
            <p:ph type="tbl" idx="1"/>
          </p:nvPr>
        </p:nvGraphicFramePr>
        <p:xfrm>
          <a:off x="304800" y="1828800"/>
          <a:ext cx="8610600" cy="4473575"/>
        </p:xfrm>
        <a:graphic>
          <a:graphicData uri="http://schemas.openxmlformats.org/drawingml/2006/table">
            <a:tbl>
              <a:tblPr/>
              <a:tblGrid>
                <a:gridCol w="4486275"/>
                <a:gridCol w="4124325"/>
              </a:tblGrid>
              <a:tr h="723900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marL="342900" lvl="0" indent="-342900" algn="ctr" eaLnBrk="1" hangingPunct="1">
                        <a:buNone/>
                      </a:pPr>
                      <a:r>
                        <a:rPr lang="en-GB" altLang="ja-JP" sz="2400" b="1" dirty="0">
                          <a:latin typeface="Arial" panose="020B0604020202020204" pitchFamily="34" charset="0"/>
                          <a:ea typeface="MS Mincho" pitchFamily="49" charset="-128"/>
                        </a:rPr>
                        <a:t>Poorest Countries</a:t>
                      </a:r>
                      <a:endParaRPr lang="en-GB" altLang="ja-JP" sz="2400" dirty="0">
                        <a:latin typeface="Arial" panose="020B0604020202020204" pitchFamily="34" charset="0"/>
                        <a:ea typeface="MS Mincho" pitchFamily="49" charset="-128"/>
                      </a:endParaRPr>
                    </a:p>
                  </a:txBody>
                  <a:tcPr marT="45726" marB="45726">
                    <a:lnL>
                      <a:noFill/>
                    </a:lnL>
                    <a:lnR>
                      <a:noFill/>
                    </a:lnR>
                    <a:lnT w="254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254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marL="342900" lvl="0" indent="-342900" algn="ctr" eaLnBrk="1" hangingPunct="1">
                        <a:buNone/>
                      </a:pPr>
                      <a:r>
                        <a:rPr lang="en-GB" altLang="ja-JP" sz="2400" b="1" dirty="0">
                          <a:latin typeface="Arial" panose="020B0604020202020204" pitchFamily="34" charset="0"/>
                          <a:ea typeface="MS Mincho" pitchFamily="49" charset="-128"/>
                        </a:rPr>
                        <a:t>Developed Countries</a:t>
                      </a:r>
                      <a:endParaRPr lang="en-GB" altLang="ja-JP" sz="2400" dirty="0">
                        <a:latin typeface="Arial" panose="020B0604020202020204" pitchFamily="34" charset="0"/>
                        <a:ea typeface="MS Mincho" pitchFamily="49" charset="-128"/>
                      </a:endParaRPr>
                    </a:p>
                  </a:txBody>
                  <a:tcPr marT="45726" marB="45726">
                    <a:lnL>
                      <a:noFill/>
                    </a:lnL>
                    <a:lnR>
                      <a:noFill/>
                    </a:lnR>
                    <a:lnT w="254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254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</a:tr>
              <a:tr h="3749675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marL="342900" lvl="0" indent="-342900" eaLnBrk="1" hangingPunct="1">
                        <a:buNone/>
                      </a:pPr>
                      <a:r>
                        <a:rPr lang="en-GB" altLang="ja-JP" sz="2400" dirty="0">
                          <a:latin typeface="Arial" panose="020B0604020202020204" pitchFamily="34" charset="0"/>
                          <a:ea typeface="MS Mincho" pitchFamily="49" charset="-128"/>
                        </a:rPr>
                        <a:t>1. Underweight</a:t>
                      </a:r>
                      <a:endParaRPr lang="en-US" altLang="ja-JP" sz="2400" dirty="0">
                        <a:latin typeface="Times New Roman" panose="02020603050405020304" pitchFamily="18" charset="0"/>
                        <a:ea typeface="MS Mincho" pitchFamily="49" charset="-128"/>
                      </a:endParaRPr>
                    </a:p>
                    <a:p>
                      <a:pPr marL="342900" lvl="0" indent="-342900">
                        <a:buNone/>
                      </a:pPr>
                      <a:r>
                        <a:rPr lang="en-GB" altLang="ja-JP" sz="2400" dirty="0">
                          <a:latin typeface="Arial" panose="020B0604020202020204" pitchFamily="34" charset="0"/>
                          <a:ea typeface="MS Mincho" pitchFamily="49" charset="-128"/>
                        </a:rPr>
                        <a:t>2. Unsafe sex</a:t>
                      </a:r>
                      <a:endParaRPr lang="en-US" altLang="ja-JP" sz="2400" dirty="0">
                        <a:latin typeface="Times New Roman" panose="02020603050405020304" pitchFamily="18" charset="0"/>
                        <a:ea typeface="MS Mincho" pitchFamily="49" charset="-128"/>
                      </a:endParaRPr>
                    </a:p>
                    <a:p>
                      <a:pPr marL="342900" lvl="0" indent="-342900">
                        <a:buNone/>
                      </a:pPr>
                      <a:r>
                        <a:rPr lang="en-GB" altLang="ja-JP" sz="2400" dirty="0">
                          <a:latin typeface="Arial" panose="020B0604020202020204" pitchFamily="34" charset="0"/>
                          <a:ea typeface="MS Mincho" pitchFamily="49" charset="-128"/>
                        </a:rPr>
                        <a:t>3. Unsafe water, sanitation</a:t>
                      </a:r>
                      <a:endParaRPr lang="en-US" altLang="ja-JP" sz="2400" dirty="0">
                        <a:latin typeface="Times New Roman" panose="02020603050405020304" pitchFamily="18" charset="0"/>
                        <a:ea typeface="MS PGothic" panose="020B0600070205080204" pitchFamily="34" charset="-128"/>
                      </a:endParaRPr>
                    </a:p>
                    <a:p>
                      <a:pPr marL="342900" lvl="0" indent="-342900">
                        <a:buNone/>
                      </a:pPr>
                      <a:r>
                        <a:rPr lang="en-GB" altLang="ja-JP" sz="2400" dirty="0">
                          <a:latin typeface="Arial" panose="020B0604020202020204" pitchFamily="34" charset="0"/>
                          <a:ea typeface="MS Mincho" pitchFamily="49" charset="-128"/>
                        </a:rPr>
                        <a:t>4. Indoor smoke</a:t>
                      </a:r>
                      <a:endParaRPr lang="en-GB" altLang="ja-JP" sz="2400" dirty="0">
                        <a:latin typeface="Arial" panose="020B0604020202020204" pitchFamily="34" charset="0"/>
                        <a:ea typeface="MS Mincho" pitchFamily="49" charset="-128"/>
                      </a:endParaRPr>
                    </a:p>
                    <a:p>
                      <a:pPr marL="342900" lvl="0" indent="-342900">
                        <a:buNone/>
                      </a:pPr>
                      <a:r>
                        <a:rPr lang="en-GB" altLang="ja-JP" sz="2400" dirty="0">
                          <a:latin typeface="Arial" panose="020B0604020202020204" pitchFamily="34" charset="0"/>
                          <a:ea typeface="MS Mincho" pitchFamily="49" charset="-128"/>
                        </a:rPr>
                        <a:t>5. Zinc deficiency</a:t>
                      </a:r>
                      <a:endParaRPr lang="en-US" altLang="ja-JP" sz="2400" dirty="0">
                        <a:latin typeface="Times New Roman" panose="02020603050405020304" pitchFamily="18" charset="0"/>
                        <a:ea typeface="MS PGothic" panose="020B0600070205080204" pitchFamily="34" charset="-128"/>
                      </a:endParaRPr>
                    </a:p>
                    <a:p>
                      <a:pPr marL="342900" lvl="0" indent="-342900">
                        <a:buNone/>
                      </a:pPr>
                      <a:r>
                        <a:rPr lang="en-GB" altLang="ja-JP" sz="2400" dirty="0">
                          <a:latin typeface="Arial" panose="020B0604020202020204" pitchFamily="34" charset="0"/>
                          <a:ea typeface="MS Mincho" pitchFamily="49" charset="-128"/>
                        </a:rPr>
                        <a:t>6. Iron deficiency</a:t>
                      </a:r>
                      <a:endParaRPr lang="en-US" altLang="ja-JP" sz="2400" dirty="0">
                        <a:latin typeface="Times New Roman" panose="02020603050405020304" pitchFamily="18" charset="0"/>
                        <a:ea typeface="MS PGothic" panose="020B0600070205080204" pitchFamily="34" charset="-128"/>
                      </a:endParaRPr>
                    </a:p>
                    <a:p>
                      <a:pPr marL="342900" lvl="0" indent="-342900">
                        <a:buNone/>
                      </a:pPr>
                      <a:r>
                        <a:rPr lang="en-GB" altLang="ja-JP" sz="2400" dirty="0">
                          <a:latin typeface="Arial" panose="020B0604020202020204" pitchFamily="34" charset="0"/>
                          <a:ea typeface="MS Mincho" pitchFamily="49" charset="-128"/>
                        </a:rPr>
                        <a:t>7. Vitamin A deficiency</a:t>
                      </a:r>
                      <a:endParaRPr lang="en-US" altLang="ja-JP" sz="2400" dirty="0">
                        <a:latin typeface="Times New Roman" panose="02020603050405020304" pitchFamily="18" charset="0"/>
                        <a:ea typeface="MS PGothic" panose="020B0600070205080204" pitchFamily="34" charset="-128"/>
                      </a:endParaRPr>
                    </a:p>
                    <a:p>
                      <a:pPr marL="342900" lvl="0" indent="-342900">
                        <a:buNone/>
                      </a:pPr>
                      <a:r>
                        <a:rPr lang="en-GB" altLang="ja-JP" sz="2400" dirty="0">
                          <a:latin typeface="Arial" panose="020B0604020202020204" pitchFamily="34" charset="0"/>
                          <a:ea typeface="MS Mincho" pitchFamily="49" charset="-128"/>
                        </a:rPr>
                        <a:t>8. High blood pressure</a:t>
                      </a:r>
                      <a:endParaRPr lang="en-US" altLang="ja-JP" sz="2400" dirty="0">
                        <a:latin typeface="Times New Roman" panose="02020603050405020304" pitchFamily="18" charset="0"/>
                        <a:ea typeface="MS PGothic" panose="020B0600070205080204" pitchFamily="34" charset="-128"/>
                      </a:endParaRPr>
                    </a:p>
                    <a:p>
                      <a:pPr marL="342900" lvl="0" indent="-342900">
                        <a:buNone/>
                      </a:pPr>
                      <a:r>
                        <a:rPr lang="en-GB" altLang="ja-JP" sz="2400" dirty="0">
                          <a:latin typeface="Arial" panose="020B0604020202020204" pitchFamily="34" charset="0"/>
                          <a:ea typeface="MS Mincho" pitchFamily="49" charset="-128"/>
                        </a:rPr>
                        <a:t>9. Tobacco</a:t>
                      </a:r>
                      <a:endParaRPr lang="en-US" altLang="ja-JP" sz="2400" dirty="0">
                        <a:latin typeface="Times New Roman" panose="02020603050405020304" pitchFamily="18" charset="0"/>
                        <a:ea typeface="MS PGothic" panose="020B0600070205080204" pitchFamily="34" charset="-128"/>
                      </a:endParaRPr>
                    </a:p>
                    <a:p>
                      <a:pPr marL="342900" lvl="0" indent="-342900">
                        <a:buNone/>
                      </a:pPr>
                      <a:r>
                        <a:rPr lang="en-GB" altLang="ja-JP" sz="2400" dirty="0">
                          <a:latin typeface="Arial" panose="020B0604020202020204" pitchFamily="34" charset="0"/>
                          <a:ea typeface="MS Mincho" pitchFamily="49" charset="-128"/>
                        </a:rPr>
                        <a:t>10. High cholesterol</a:t>
                      </a:r>
                      <a:endParaRPr lang="en-GB" altLang="ja-JP" sz="2400" dirty="0">
                        <a:latin typeface="Arial" panose="020B0604020202020204" pitchFamily="34" charset="0"/>
                        <a:ea typeface="MS PGothic" panose="020B0600070205080204" pitchFamily="34" charset="-128"/>
                      </a:endParaRPr>
                    </a:p>
                  </a:txBody>
                  <a:tcPr marT="45726" marB="45726">
                    <a:lnL>
                      <a:noFill/>
                    </a:lnL>
                    <a:lnR>
                      <a:noFill/>
                    </a:lnR>
                    <a:lnT w="254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254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marL="342900" lvl="0" indent="-342900" eaLnBrk="1" hangingPunct="1">
                        <a:buNone/>
                      </a:pPr>
                      <a:r>
                        <a:rPr lang="en-GB" altLang="ja-JP" sz="2400" dirty="0">
                          <a:latin typeface="Arial" panose="020B0604020202020204" pitchFamily="34" charset="0"/>
                          <a:ea typeface="MS Mincho" pitchFamily="49" charset="-128"/>
                        </a:rPr>
                        <a:t>1. Tobacco</a:t>
                      </a:r>
                      <a:endParaRPr lang="en-US" altLang="ja-JP" sz="2400" dirty="0">
                        <a:latin typeface="Times New Roman" panose="02020603050405020304" pitchFamily="18" charset="0"/>
                        <a:ea typeface="MS Mincho" pitchFamily="49" charset="-128"/>
                      </a:endParaRPr>
                    </a:p>
                    <a:p>
                      <a:pPr marL="342900" lvl="0" indent="-342900">
                        <a:buNone/>
                      </a:pPr>
                      <a:r>
                        <a:rPr lang="en-GB" altLang="ja-JP" sz="2400" dirty="0">
                          <a:latin typeface="Arial" panose="020B0604020202020204" pitchFamily="34" charset="0"/>
                          <a:ea typeface="MS Mincho" pitchFamily="49" charset="-128"/>
                        </a:rPr>
                        <a:t>2. High blood pressure</a:t>
                      </a:r>
                      <a:endParaRPr lang="en-US" altLang="ja-JP" sz="2400" dirty="0">
                        <a:latin typeface="Times New Roman" panose="02020603050405020304" pitchFamily="18" charset="0"/>
                        <a:ea typeface="MS Mincho" pitchFamily="49" charset="-128"/>
                      </a:endParaRPr>
                    </a:p>
                    <a:p>
                      <a:pPr marL="342900" lvl="0" indent="-342900">
                        <a:buNone/>
                      </a:pPr>
                      <a:r>
                        <a:rPr lang="en-GB" altLang="ja-JP" sz="2400" dirty="0">
                          <a:latin typeface="Arial" panose="020B0604020202020204" pitchFamily="34" charset="0"/>
                          <a:ea typeface="MS Mincho" pitchFamily="49" charset="-128"/>
                        </a:rPr>
                        <a:t>3. Alcohol</a:t>
                      </a:r>
                      <a:endParaRPr lang="en-US" altLang="ja-JP" sz="2400" dirty="0">
                        <a:latin typeface="Times New Roman" panose="02020603050405020304" pitchFamily="18" charset="0"/>
                        <a:ea typeface="MS PGothic" panose="020B0600070205080204" pitchFamily="34" charset="-128"/>
                      </a:endParaRPr>
                    </a:p>
                    <a:p>
                      <a:pPr marL="342900" lvl="0" indent="-342900">
                        <a:buNone/>
                      </a:pPr>
                      <a:r>
                        <a:rPr lang="en-GB" altLang="ja-JP" sz="2400" dirty="0">
                          <a:latin typeface="Arial" panose="020B0604020202020204" pitchFamily="34" charset="0"/>
                          <a:ea typeface="MS Mincho" pitchFamily="49" charset="-128"/>
                        </a:rPr>
                        <a:t>4. High cholesterol</a:t>
                      </a:r>
                      <a:endParaRPr lang="en-US" altLang="ja-JP" sz="2400" dirty="0">
                        <a:latin typeface="Times New Roman" panose="02020603050405020304" pitchFamily="18" charset="0"/>
                        <a:ea typeface="MS PGothic" panose="020B0600070205080204" pitchFamily="34" charset="-128"/>
                      </a:endParaRPr>
                    </a:p>
                    <a:p>
                      <a:pPr marL="342900" lvl="0" indent="-342900">
                        <a:buNone/>
                      </a:pPr>
                      <a:r>
                        <a:rPr lang="en-GB" altLang="ja-JP" sz="2400" dirty="0">
                          <a:latin typeface="Arial" panose="020B0604020202020204" pitchFamily="34" charset="0"/>
                          <a:ea typeface="MS Mincho" pitchFamily="49" charset="-128"/>
                        </a:rPr>
                        <a:t>5. High Body Mass Index</a:t>
                      </a:r>
                      <a:endParaRPr lang="en-US" altLang="ja-JP" sz="2400" dirty="0">
                        <a:latin typeface="Times New Roman" panose="02020603050405020304" pitchFamily="18" charset="0"/>
                        <a:ea typeface="MS PGothic" panose="020B0600070205080204" pitchFamily="34" charset="-128"/>
                      </a:endParaRPr>
                    </a:p>
                    <a:p>
                      <a:pPr marL="342900" lvl="0" indent="-342900">
                        <a:buNone/>
                      </a:pPr>
                      <a:r>
                        <a:rPr lang="en-GB" altLang="ja-JP" sz="2400" dirty="0">
                          <a:latin typeface="Arial" panose="020B0604020202020204" pitchFamily="34" charset="0"/>
                          <a:ea typeface="MS Mincho" pitchFamily="49" charset="-128"/>
                        </a:rPr>
                        <a:t>6. Low fruit/vegetable intake</a:t>
                      </a:r>
                      <a:endParaRPr lang="en-US" altLang="ja-JP" sz="2400" dirty="0">
                        <a:latin typeface="Times New Roman" panose="02020603050405020304" pitchFamily="18" charset="0"/>
                        <a:ea typeface="MS PGothic" panose="020B0600070205080204" pitchFamily="34" charset="-128"/>
                      </a:endParaRPr>
                    </a:p>
                    <a:p>
                      <a:pPr marL="342900" lvl="0" indent="-342900">
                        <a:buNone/>
                      </a:pPr>
                      <a:r>
                        <a:rPr lang="en-GB" altLang="ja-JP" sz="2400" dirty="0">
                          <a:latin typeface="Arial" panose="020B0604020202020204" pitchFamily="34" charset="0"/>
                          <a:ea typeface="MS Mincho" pitchFamily="49" charset="-128"/>
                        </a:rPr>
                        <a:t>7. Physical inactivity</a:t>
                      </a:r>
                      <a:endParaRPr lang="en-US" altLang="ja-JP" sz="2400" dirty="0">
                        <a:latin typeface="Times New Roman" panose="02020603050405020304" pitchFamily="18" charset="0"/>
                        <a:ea typeface="MS PGothic" panose="020B0600070205080204" pitchFamily="34" charset="-128"/>
                      </a:endParaRPr>
                    </a:p>
                    <a:p>
                      <a:pPr marL="342900" lvl="0" indent="-342900">
                        <a:buNone/>
                      </a:pPr>
                      <a:r>
                        <a:rPr lang="en-GB" altLang="ja-JP" sz="2400" dirty="0">
                          <a:latin typeface="Arial" panose="020B0604020202020204" pitchFamily="34" charset="0"/>
                          <a:ea typeface="MS Mincho" pitchFamily="49" charset="-128"/>
                        </a:rPr>
                        <a:t>8. Illicit drugs</a:t>
                      </a:r>
                      <a:endParaRPr lang="en-US" altLang="ja-JP" sz="2400" dirty="0">
                        <a:latin typeface="Times New Roman" panose="02020603050405020304" pitchFamily="18" charset="0"/>
                        <a:ea typeface="MS PGothic" panose="020B0600070205080204" pitchFamily="34" charset="-128"/>
                      </a:endParaRPr>
                    </a:p>
                    <a:p>
                      <a:pPr marL="342900" lvl="0" indent="-342900">
                        <a:buNone/>
                      </a:pPr>
                      <a:r>
                        <a:rPr lang="en-GB" altLang="ja-JP" sz="2400" dirty="0">
                          <a:latin typeface="Arial" panose="020B0604020202020204" pitchFamily="34" charset="0"/>
                          <a:ea typeface="MS Mincho" pitchFamily="49" charset="-128"/>
                        </a:rPr>
                        <a:t>9. Unsafe sex</a:t>
                      </a:r>
                      <a:endParaRPr lang="en-US" altLang="ja-JP" sz="2400" dirty="0">
                        <a:latin typeface="Times New Roman" panose="02020603050405020304" pitchFamily="18" charset="0"/>
                        <a:ea typeface="MS PGothic" panose="020B0600070205080204" pitchFamily="34" charset="-128"/>
                      </a:endParaRPr>
                    </a:p>
                    <a:p>
                      <a:pPr marL="342900" lvl="0" indent="-342900">
                        <a:buNone/>
                      </a:pPr>
                      <a:r>
                        <a:rPr lang="en-GB" altLang="ja-JP" sz="2400" dirty="0">
                          <a:latin typeface="Arial" panose="020B0604020202020204" pitchFamily="34" charset="0"/>
                          <a:ea typeface="MS Mincho" pitchFamily="49" charset="-128"/>
                        </a:rPr>
                        <a:t>10. Iron deficiency</a:t>
                      </a:r>
                      <a:endParaRPr lang="en-GB" altLang="ja-JP" sz="2400" dirty="0">
                        <a:latin typeface="Arial" panose="020B0604020202020204" pitchFamily="34" charset="0"/>
                        <a:ea typeface="MS PGothic" panose="020B0600070205080204" pitchFamily="34" charset="-128"/>
                      </a:endParaRPr>
                    </a:p>
                  </a:txBody>
                  <a:tcPr marT="45726" marB="45726">
                    <a:lnL>
                      <a:noFill/>
                    </a:lnL>
                    <a:lnR>
                      <a:noFill/>
                    </a:lnR>
                    <a:lnT w="254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254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3794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en-US" dirty="0"/>
              <a:t>Opportunities to improve health</a:t>
            </a:r>
            <a:endParaRPr lang="en-US" altLang="en-US" dirty="0"/>
          </a:p>
        </p:txBody>
      </p:sp>
      <p:sp>
        <p:nvSpPr>
          <p:cNvPr id="22531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/>
            </a:pPr>
            <a:r>
              <a:rPr kumimoji="0" lang="en-US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Government support</a:t>
            </a:r>
            <a:endParaRPr kumimoji="0" lang="en-US" altLang="en-US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/>
            </a:pPr>
            <a:r>
              <a:rPr kumimoji="0" lang="en-US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Media attention</a:t>
            </a:r>
            <a:endParaRPr kumimoji="0" lang="en-US" altLang="en-US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/>
            </a:pPr>
            <a:r>
              <a:rPr kumimoji="0" lang="en-US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Employer health insurance programs</a:t>
            </a:r>
            <a:endParaRPr kumimoji="0" lang="en-US" altLang="en-US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/>
            </a:pPr>
            <a:r>
              <a:rPr kumimoji="0" lang="en-US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Private investment by families</a:t>
            </a:r>
            <a:endParaRPr kumimoji="0" lang="en-US" altLang="en-US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Char char="n"/>
              <a:defRPr/>
            </a:pPr>
            <a:r>
              <a:rPr kumimoji="0" lang="en-US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9999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Improving communication especially underpinned by the internet/social media</a:t>
            </a:r>
            <a:endParaRPr kumimoji="0" lang="en-US" altLang="en-US" sz="3200" b="0" i="0" u="none" strike="noStrike" kern="0" cap="none" spc="0" normalizeH="0" baseline="0" noProof="0" dirty="0">
              <a:ln>
                <a:noFill/>
              </a:ln>
              <a:solidFill>
                <a:srgbClr val="9999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/>
            </a:pPr>
            <a:endParaRPr kumimoji="0" lang="en-US" altLang="en-US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en-US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en-US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charRg st="0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charRg st="19" end="3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charRg st="35" end="7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charRg st="70" end="10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charRg st="101" end="17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1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5842" name="Title 1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r>
              <a:rPr lang="en-US" altLang="" dirty="0">
                <a:solidFill>
                  <a:srgbClr val="000000"/>
                </a:solidFill>
              </a:rPr>
              <a:t>Holistic Health…..</a:t>
            </a:r>
            <a:endParaRPr lang="" altLang="" dirty="0"/>
          </a:p>
        </p:txBody>
      </p:sp>
      <p:sp>
        <p:nvSpPr>
          <p:cNvPr id="35843" name="Content Placeholder 2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pPr>
              <a:buClr>
                <a:srgbClr val="00007D"/>
              </a:buClr>
            </a:pPr>
            <a:r>
              <a:rPr lang="en-US" altLang="" dirty="0">
                <a:solidFill>
                  <a:srgbClr val="000000"/>
                </a:solidFill>
              </a:rPr>
              <a:t>Has several dimensions as seen on the next slide</a:t>
            </a:r>
            <a:endParaRPr lang="en-US" altLang="" dirty="0">
              <a:solidFill>
                <a:srgbClr val="000000"/>
              </a:solidFill>
            </a:endParaRPr>
          </a:p>
          <a:p>
            <a:pPr>
              <a:buClr>
                <a:srgbClr val="00007D"/>
              </a:buClr>
            </a:pPr>
            <a:r>
              <a:rPr lang="en-US" altLang="" dirty="0">
                <a:solidFill>
                  <a:srgbClr val="000000"/>
                </a:solidFill>
              </a:rPr>
              <a:t>You are at the Centre of holistic health supported or influenced by </a:t>
            </a:r>
            <a:r>
              <a:rPr lang="en-US" altLang="" dirty="0">
                <a:solidFill>
                  <a:srgbClr val="00B050"/>
                </a:solidFill>
              </a:rPr>
              <a:t>family, community, national and global environment-please examine next slide</a:t>
            </a:r>
            <a:endParaRPr lang="" altLang="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6866" name="AutoShape 5"/>
          <p:cNvSpPr>
            <a:spLocks noChangeAspect="1"/>
          </p:cNvSpPr>
          <p:nvPr/>
        </p:nvSpPr>
        <p:spPr>
          <a:xfrm>
            <a:off x="381000" y="796925"/>
            <a:ext cx="8458200" cy="6061075"/>
          </a:xfrm>
          <a:prstGeom prst="rect">
            <a:avLst/>
          </a:prstGeom>
          <a:solidFill>
            <a:schemeClr val="bg1"/>
          </a:solidFill>
          <a:ln w="19050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 dirty="0"/>
          </a:p>
        </p:txBody>
      </p:sp>
      <p:sp>
        <p:nvSpPr>
          <p:cNvPr id="36867" name="Oval 6"/>
          <p:cNvSpPr/>
          <p:nvPr/>
        </p:nvSpPr>
        <p:spPr>
          <a:xfrm>
            <a:off x="1905000" y="1090613"/>
            <a:ext cx="5486400" cy="4859337"/>
          </a:xfrm>
          <a:prstGeom prst="ellipse">
            <a:avLst/>
          </a:prstGeom>
          <a:solidFill>
            <a:srgbClr val="800000"/>
          </a:solidFill>
          <a:ln w="19050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 dirty="0"/>
          </a:p>
        </p:txBody>
      </p:sp>
      <p:sp>
        <p:nvSpPr>
          <p:cNvPr id="36868" name="Oval 7"/>
          <p:cNvSpPr/>
          <p:nvPr/>
        </p:nvSpPr>
        <p:spPr>
          <a:xfrm>
            <a:off x="2597150" y="1619250"/>
            <a:ext cx="4102100" cy="3763963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 dirty="0"/>
          </a:p>
        </p:txBody>
      </p:sp>
      <p:sp>
        <p:nvSpPr>
          <p:cNvPr id="36869" name="Oval 8"/>
          <p:cNvSpPr/>
          <p:nvPr/>
        </p:nvSpPr>
        <p:spPr>
          <a:xfrm>
            <a:off x="3162300" y="2082800"/>
            <a:ext cx="2971800" cy="2706688"/>
          </a:xfrm>
          <a:prstGeom prst="ellipse">
            <a:avLst/>
          </a:prstGeom>
          <a:solidFill>
            <a:srgbClr val="FF00FF"/>
          </a:solidFill>
          <a:ln w="952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 dirty="0"/>
          </a:p>
        </p:txBody>
      </p:sp>
      <p:sp>
        <p:nvSpPr>
          <p:cNvPr id="36870" name="Oval 9"/>
          <p:cNvSpPr/>
          <p:nvPr/>
        </p:nvSpPr>
        <p:spPr>
          <a:xfrm>
            <a:off x="3679825" y="2527300"/>
            <a:ext cx="1936750" cy="1882775"/>
          </a:xfrm>
          <a:prstGeom prst="ellipse">
            <a:avLst/>
          </a:prstGeom>
          <a:solidFill>
            <a:srgbClr val="FF99CC"/>
          </a:solidFill>
          <a:ln w="952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 dirty="0"/>
          </a:p>
        </p:txBody>
      </p:sp>
      <p:sp>
        <p:nvSpPr>
          <p:cNvPr id="36871" name="Text Box 10"/>
          <p:cNvSpPr txBox="1"/>
          <p:nvPr/>
        </p:nvSpPr>
        <p:spPr>
          <a:xfrm>
            <a:off x="4032250" y="3025775"/>
            <a:ext cx="1200150" cy="6858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b="1" dirty="0"/>
              <a:t>Self/ Family</a:t>
            </a:r>
            <a:endParaRPr lang="en-US" altLang="en-US" sz="2400" dirty="0"/>
          </a:p>
        </p:txBody>
      </p:sp>
      <p:sp>
        <p:nvSpPr>
          <p:cNvPr id="36872" name="Text Box 11"/>
          <p:cNvSpPr txBox="1"/>
          <p:nvPr/>
        </p:nvSpPr>
        <p:spPr>
          <a:xfrm>
            <a:off x="3965575" y="2124075"/>
            <a:ext cx="1335088" cy="376238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b="1" dirty="0"/>
              <a:t>Culture</a:t>
            </a:r>
            <a:endParaRPr lang="en-US" altLang="en-US" sz="2400" dirty="0"/>
          </a:p>
        </p:txBody>
      </p:sp>
      <p:sp>
        <p:nvSpPr>
          <p:cNvPr id="36873" name="Text Box 12"/>
          <p:cNvSpPr txBox="1"/>
          <p:nvPr/>
        </p:nvSpPr>
        <p:spPr>
          <a:xfrm>
            <a:off x="3962400" y="1674813"/>
            <a:ext cx="1341438" cy="360362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b="1" dirty="0"/>
              <a:t>Nation</a:t>
            </a:r>
            <a:endParaRPr lang="en-US" altLang="en-US" sz="2400" dirty="0"/>
          </a:p>
        </p:txBody>
      </p:sp>
      <p:sp>
        <p:nvSpPr>
          <p:cNvPr id="36874" name="Text Box 13"/>
          <p:cNvSpPr txBox="1"/>
          <p:nvPr/>
        </p:nvSpPr>
        <p:spPr>
          <a:xfrm>
            <a:off x="3965575" y="1187450"/>
            <a:ext cx="1333500" cy="349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b="1" dirty="0">
                <a:solidFill>
                  <a:srgbClr val="FFFFFF"/>
                </a:solidFill>
              </a:rPr>
              <a:t>Society</a:t>
            </a:r>
            <a:endParaRPr lang="en-US" altLang="en-US" sz="2400" dirty="0"/>
          </a:p>
        </p:txBody>
      </p:sp>
      <p:sp>
        <p:nvSpPr>
          <p:cNvPr id="36875" name="Text Box 14"/>
          <p:cNvSpPr txBox="1"/>
          <p:nvPr/>
        </p:nvSpPr>
        <p:spPr>
          <a:xfrm>
            <a:off x="533400" y="1690688"/>
            <a:ext cx="1752600" cy="504825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>
                <a:latin typeface="Arial Black" panose="020B0A04020102020204" pitchFamily="34" charset="0"/>
              </a:rPr>
              <a:t>Spiritual</a:t>
            </a:r>
            <a:endParaRPr lang="en-US" altLang="en-US" sz="2400" dirty="0"/>
          </a:p>
        </p:txBody>
      </p:sp>
      <p:sp>
        <p:nvSpPr>
          <p:cNvPr id="36876" name="AutoShape 15"/>
          <p:cNvSpPr/>
          <p:nvPr/>
        </p:nvSpPr>
        <p:spPr>
          <a:xfrm rot="-3620433">
            <a:off x="2854325" y="1809750"/>
            <a:ext cx="682625" cy="1778000"/>
          </a:xfrm>
          <a:prstGeom prst="upDownArrow">
            <a:avLst>
              <a:gd name="adj1" fmla="val 39620"/>
              <a:gd name="adj2" fmla="val 78597"/>
            </a:avLst>
          </a:prstGeom>
          <a:gradFill rotWithShape="1">
            <a:gsLst>
              <a:gs pos="0">
                <a:srgbClr val="FFFF00"/>
              </a:gs>
              <a:gs pos="100000">
                <a:srgbClr val="767600"/>
              </a:gs>
            </a:gsLst>
            <a:lin ang="5400000" scaled="1"/>
            <a:tileRect/>
          </a:gradFill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 dirty="0"/>
          </a:p>
        </p:txBody>
      </p:sp>
      <p:sp>
        <p:nvSpPr>
          <p:cNvPr id="36877" name="Text Box 16"/>
          <p:cNvSpPr txBox="1"/>
          <p:nvPr/>
        </p:nvSpPr>
        <p:spPr>
          <a:xfrm>
            <a:off x="898525" y="4748213"/>
            <a:ext cx="1319213" cy="512762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>
                <a:latin typeface="Arial Black" panose="020B0A04020102020204" pitchFamily="34" charset="0"/>
              </a:rPr>
              <a:t>Social</a:t>
            </a:r>
            <a:endParaRPr lang="en-US" altLang="en-US" sz="2400" dirty="0"/>
          </a:p>
        </p:txBody>
      </p:sp>
      <p:sp>
        <p:nvSpPr>
          <p:cNvPr id="36878" name="Text Box 17"/>
          <p:cNvSpPr txBox="1"/>
          <p:nvPr/>
        </p:nvSpPr>
        <p:spPr>
          <a:xfrm>
            <a:off x="3276600" y="6080125"/>
            <a:ext cx="2713038" cy="376238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>
                <a:latin typeface="Arial Black" panose="020B0A04020102020204" pitchFamily="34" charset="0"/>
              </a:rPr>
              <a:t>Environmental</a:t>
            </a:r>
            <a:endParaRPr lang="en-US" altLang="en-US" sz="2400" dirty="0"/>
          </a:p>
        </p:txBody>
      </p:sp>
      <p:sp>
        <p:nvSpPr>
          <p:cNvPr id="36879" name="Text Box 18"/>
          <p:cNvSpPr txBox="1"/>
          <p:nvPr/>
        </p:nvSpPr>
        <p:spPr>
          <a:xfrm>
            <a:off x="6929438" y="4733925"/>
            <a:ext cx="1909762" cy="541338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>
                <a:latin typeface="Arial Black" panose="020B0A04020102020204" pitchFamily="34" charset="0"/>
              </a:rPr>
              <a:t>Education</a:t>
            </a:r>
            <a:endParaRPr lang="en-US" altLang="en-US" sz="2400" dirty="0"/>
          </a:p>
        </p:txBody>
      </p:sp>
      <p:sp>
        <p:nvSpPr>
          <p:cNvPr id="36880" name="Text Box 19"/>
          <p:cNvSpPr txBox="1"/>
          <p:nvPr/>
        </p:nvSpPr>
        <p:spPr>
          <a:xfrm>
            <a:off x="7038975" y="1711325"/>
            <a:ext cx="1876425" cy="439738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>
                <a:latin typeface="Arial Black" panose="020B0A04020102020204" pitchFamily="34" charset="0"/>
              </a:rPr>
              <a:t>Economic</a:t>
            </a:r>
            <a:endParaRPr lang="en-US" altLang="en-US" sz="2400" dirty="0"/>
          </a:p>
        </p:txBody>
      </p:sp>
      <p:sp>
        <p:nvSpPr>
          <p:cNvPr id="36881" name="AutoShape 20"/>
          <p:cNvSpPr/>
          <p:nvPr/>
        </p:nvSpPr>
        <p:spPr>
          <a:xfrm rot="7139722">
            <a:off x="5722938" y="3360738"/>
            <a:ext cx="681037" cy="1778000"/>
          </a:xfrm>
          <a:prstGeom prst="upDownArrow">
            <a:avLst>
              <a:gd name="adj1" fmla="val 39620"/>
              <a:gd name="adj2" fmla="val 78781"/>
            </a:avLst>
          </a:prstGeom>
          <a:gradFill rotWithShape="1">
            <a:gsLst>
              <a:gs pos="0">
                <a:srgbClr val="FFFF00"/>
              </a:gs>
              <a:gs pos="100000">
                <a:srgbClr val="767600"/>
              </a:gs>
            </a:gsLst>
            <a:lin ang="5400000" scaled="1"/>
            <a:tileRect/>
          </a:gradFill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 dirty="0"/>
          </a:p>
        </p:txBody>
      </p:sp>
      <p:sp>
        <p:nvSpPr>
          <p:cNvPr id="36882" name="AutoShape 21"/>
          <p:cNvSpPr/>
          <p:nvPr/>
        </p:nvSpPr>
        <p:spPr>
          <a:xfrm rot="3620391" flipH="1">
            <a:off x="5748338" y="1808163"/>
            <a:ext cx="649287" cy="1778000"/>
          </a:xfrm>
          <a:prstGeom prst="upDownArrow">
            <a:avLst>
              <a:gd name="adj1" fmla="val 39620"/>
              <a:gd name="adj2" fmla="val 82633"/>
            </a:avLst>
          </a:prstGeom>
          <a:gradFill rotWithShape="1">
            <a:gsLst>
              <a:gs pos="0">
                <a:srgbClr val="FFFF00"/>
              </a:gs>
              <a:gs pos="100000">
                <a:srgbClr val="767600"/>
              </a:gs>
            </a:gsLst>
            <a:lin ang="5400000" scaled="1"/>
            <a:tileRect/>
          </a:gradFill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 dirty="0"/>
          </a:p>
        </p:txBody>
      </p:sp>
      <p:sp>
        <p:nvSpPr>
          <p:cNvPr id="36883" name="AutoShape 22"/>
          <p:cNvSpPr/>
          <p:nvPr/>
        </p:nvSpPr>
        <p:spPr>
          <a:xfrm rot="3660278" flipV="1">
            <a:off x="2863850" y="3346450"/>
            <a:ext cx="649288" cy="1778000"/>
          </a:xfrm>
          <a:prstGeom prst="upDownArrow">
            <a:avLst>
              <a:gd name="adj1" fmla="val 39620"/>
              <a:gd name="adj2" fmla="val 82633"/>
            </a:avLst>
          </a:prstGeom>
          <a:gradFill rotWithShape="1">
            <a:gsLst>
              <a:gs pos="0">
                <a:srgbClr val="FFFF00"/>
              </a:gs>
              <a:gs pos="100000">
                <a:srgbClr val="767600"/>
              </a:gs>
            </a:gsLst>
            <a:lin ang="5400000" scaled="1"/>
            <a:tileRect/>
          </a:gradFill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 dirty="0"/>
          </a:p>
        </p:txBody>
      </p:sp>
      <p:sp>
        <p:nvSpPr>
          <p:cNvPr id="36884" name="AutoShape 23"/>
          <p:cNvSpPr/>
          <p:nvPr/>
        </p:nvSpPr>
        <p:spPr>
          <a:xfrm rot="61609" flipV="1">
            <a:off x="4311650" y="4019550"/>
            <a:ext cx="646113" cy="1779588"/>
          </a:xfrm>
          <a:prstGeom prst="upDownArrow">
            <a:avLst>
              <a:gd name="adj1" fmla="val 39620"/>
              <a:gd name="adj2" fmla="val 83113"/>
            </a:avLst>
          </a:prstGeom>
          <a:gradFill rotWithShape="1">
            <a:gsLst>
              <a:gs pos="0">
                <a:srgbClr val="FFFF00"/>
              </a:gs>
              <a:gs pos="100000">
                <a:srgbClr val="767600"/>
              </a:gs>
            </a:gsLst>
            <a:lin ang="5400000" scaled="1"/>
            <a:tileRect/>
          </a:gradFill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 dirty="0"/>
          </a:p>
        </p:txBody>
      </p:sp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8914" name="Rectangle 2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5240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en-US" sz="4000" dirty="0"/>
              <a:t>World Health Organization defines </a:t>
            </a:r>
            <a:r>
              <a:rPr lang="en-US" altLang="en-US" sz="4000" dirty="0">
                <a:solidFill>
                  <a:srgbClr val="FF0000"/>
                </a:solidFill>
              </a:rPr>
              <a:t>Health:</a:t>
            </a:r>
            <a:endParaRPr lang="en-US" altLang="en-US" sz="4000" dirty="0">
              <a:solidFill>
                <a:srgbClr val="FF0000"/>
              </a:solidFill>
            </a:endParaRPr>
          </a:p>
        </p:txBody>
      </p:sp>
      <p:sp>
        <p:nvSpPr>
          <p:cNvPr id="38915" name="Rectangle 3"/>
          <p:cNvSpPr>
            <a:spLocks noGrp="1"/>
          </p:cNvSpPr>
          <p:nvPr>
            <p:ph idx="1"/>
          </p:nvPr>
        </p:nvSpPr>
        <p:spPr>
          <a:xfrm>
            <a:off x="914400" y="2209800"/>
            <a:ext cx="7772400" cy="41148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buNone/>
            </a:pPr>
            <a:r>
              <a:rPr lang="en-US" altLang="en-US" sz="4000" i="1" dirty="0"/>
              <a:t>	Health is the state of complete physical, mental, and social well-being and not merely the absence of disease or infirmity.</a:t>
            </a:r>
            <a:endParaRPr lang="en-US" altLang="en-US" sz="4000" i="1" dirty="0"/>
          </a:p>
        </p:txBody>
      </p:sp>
    </p:spTree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962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pPr eaLnBrk="1" hangingPunct="1"/>
            <a:br>
              <a:rPr lang="en-US" altLang="en-US" dirty="0"/>
            </a:br>
            <a:r>
              <a:rPr lang="en-US" altLang="en-US" dirty="0"/>
              <a:t>UCU defines Wholeness:</a:t>
            </a:r>
            <a:endParaRPr lang="en-US" altLang="en-US" dirty="0"/>
          </a:p>
        </p:txBody>
      </p:sp>
      <p:sp>
        <p:nvSpPr>
          <p:cNvPr id="40963" name="Rectangle 3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90000"/>
              </a:lnSpc>
              <a:buNone/>
            </a:pPr>
            <a:r>
              <a:rPr lang="en-US" altLang="en-US" sz="3600" i="1" dirty="0"/>
              <a:t>	A state of personal physical, mental, spiritual, and social health, in which a person knows their value in the eyes of God, their families and their communities, and where they are empowered to make good health decisions.</a:t>
            </a:r>
            <a:endParaRPr lang="en-US" altLang="en-US" sz="3600" i="1" dirty="0"/>
          </a:p>
        </p:txBody>
      </p:sp>
    </p:spTree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36" name="Rectangle 2"/>
          <p:cNvSpPr>
            <a:spLocks noGrp="1"/>
          </p:cNvSpPr>
          <p:nvPr>
            <p:ph type="title"/>
          </p:nvPr>
        </p:nvSpPr>
        <p:spPr>
          <a:xfrm>
            <a:off x="304800" y="0"/>
            <a:ext cx="8229600" cy="1371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br>
              <a:rPr lang="en-US" altLang="en-US" sz="3600" dirty="0"/>
            </a:br>
            <a:r>
              <a:rPr lang="en-US" altLang="en-US" sz="3600" dirty="0"/>
              <a:t>Four Components of Wholeness</a:t>
            </a:r>
            <a:r>
              <a:rPr lang="en-US" altLang="en-US" sz="3600" dirty="0">
                <a:solidFill>
                  <a:srgbClr val="000000"/>
                </a:solidFill>
              </a:rPr>
              <a:t> (</a:t>
            </a:r>
            <a:r>
              <a:rPr lang="en-US" altLang="en-US" sz="3600" dirty="0">
                <a:solidFill>
                  <a:srgbClr val="00B050"/>
                </a:solidFill>
              </a:rPr>
              <a:t>now spiritual added)</a:t>
            </a:r>
            <a:endParaRPr lang="en-US" altLang="en-US" sz="3600" dirty="0"/>
          </a:p>
        </p:txBody>
      </p:sp>
      <p:grpSp>
        <p:nvGrpSpPr>
          <p:cNvPr id="1026" name="Diagram 11"/>
          <p:cNvGrpSpPr/>
          <p:nvPr/>
        </p:nvGrpSpPr>
        <p:grpSpPr>
          <a:xfrm>
            <a:off x="152400" y="1524000"/>
            <a:ext cx="8686800" cy="5181600"/>
            <a:chOff x="192" y="1152"/>
            <a:chExt cx="5472" cy="2880"/>
          </a:xfrm>
        </p:grpSpPr>
        <p:sp>
          <p:nvSpPr>
            <p:cNvPr id="1027" name="AutoShape 10"/>
            <p:cNvSpPr>
              <a:spLocks noChangeAspect="1" noTextEdit="1"/>
            </p:cNvSpPr>
            <p:nvPr/>
          </p:nvSpPr>
          <p:spPr>
            <a:xfrm>
              <a:off x="192" y="1152"/>
              <a:ext cx="5472" cy="2880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028" name="_s1028"/>
            <p:cNvSpPr>
              <a:spLocks noTextEdit="1"/>
            </p:cNvSpPr>
            <p:nvPr/>
          </p:nvSpPr>
          <p:spPr>
            <a:xfrm>
              <a:off x="1824" y="1512"/>
              <a:ext cx="1990" cy="1560"/>
            </a:xfrm>
            <a:prstGeom prst="ellipse">
              <a:avLst/>
            </a:prstGeom>
            <a:solidFill>
              <a:srgbClr val="0399FF">
                <a:alpha val="50000"/>
              </a:srgbClr>
            </a:solidFill>
            <a:ln w="9525" cap="flat" cmpd="sng">
              <a:solidFill>
                <a:srgbClr val="4B595B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endParaRPr lang="en-US"/>
            </a:p>
          </p:txBody>
        </p:sp>
        <p:sp>
          <p:nvSpPr>
            <p:cNvPr id="1029" name="_s1029"/>
            <p:cNvSpPr/>
            <p:nvPr/>
          </p:nvSpPr>
          <p:spPr>
            <a:xfrm>
              <a:off x="2400" y="1296"/>
              <a:ext cx="918" cy="2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ctr" anchorCtr="0"/>
            <a:p>
              <a:pPr algn="ctr"/>
              <a:r>
                <a:rPr sz="3600">
                  <a:latin typeface="Arial" panose="020B0604020202020204" pitchFamily="34" charset="0"/>
                </a:rPr>
                <a:t>Physical</a:t>
              </a:r>
              <a:endParaRPr sz="3600">
                <a:latin typeface="Arial" panose="020B0604020202020204" pitchFamily="34" charset="0"/>
              </a:endParaRPr>
            </a:p>
          </p:txBody>
        </p:sp>
        <p:sp>
          <p:nvSpPr>
            <p:cNvPr id="1030" name="_s1030"/>
            <p:cNvSpPr>
              <a:spLocks noTextEdit="1"/>
            </p:cNvSpPr>
            <p:nvPr/>
          </p:nvSpPr>
          <p:spPr>
            <a:xfrm>
              <a:off x="2640" y="1752"/>
              <a:ext cx="1990" cy="1560"/>
            </a:xfrm>
            <a:prstGeom prst="ellipse">
              <a:avLst/>
            </a:prstGeom>
            <a:solidFill>
              <a:srgbClr val="F60802">
                <a:alpha val="50000"/>
              </a:srgbClr>
            </a:solidFill>
            <a:ln w="9525" cap="flat" cmpd="sng">
              <a:solidFill>
                <a:srgbClr val="F60802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endParaRPr lang="en-US"/>
            </a:p>
          </p:txBody>
        </p:sp>
        <p:sp>
          <p:nvSpPr>
            <p:cNvPr id="1031" name="_s1031"/>
            <p:cNvSpPr/>
            <p:nvPr/>
          </p:nvSpPr>
          <p:spPr>
            <a:xfrm>
              <a:off x="4032" y="2496"/>
              <a:ext cx="918" cy="2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ctr" anchorCtr="0"/>
            <a:p>
              <a:pPr algn="ctr"/>
              <a:r>
                <a:rPr sz="3600">
                  <a:latin typeface="Arial" panose="020B0604020202020204" pitchFamily="34" charset="0"/>
                </a:rPr>
                <a:t>Social</a:t>
              </a:r>
              <a:endParaRPr sz="3600">
                <a:latin typeface="Arial" panose="020B0604020202020204" pitchFamily="34" charset="0"/>
              </a:endParaRPr>
            </a:p>
          </p:txBody>
        </p:sp>
        <p:sp>
          <p:nvSpPr>
            <p:cNvPr id="1032" name="_s1032"/>
            <p:cNvSpPr>
              <a:spLocks noTextEdit="1"/>
            </p:cNvSpPr>
            <p:nvPr/>
          </p:nvSpPr>
          <p:spPr>
            <a:xfrm>
              <a:off x="1872" y="2587"/>
              <a:ext cx="1990" cy="1432"/>
            </a:xfrm>
            <a:prstGeom prst="ellipse">
              <a:avLst/>
            </a:prstGeom>
            <a:solidFill>
              <a:srgbClr val="F1FD09">
                <a:alpha val="50000"/>
              </a:srgbClr>
            </a:solidFill>
            <a:ln w="9525" cap="flat" cmpd="sng">
              <a:solidFill>
                <a:srgbClr val="F1FD09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endParaRPr lang="en-US"/>
            </a:p>
          </p:txBody>
        </p:sp>
        <p:sp>
          <p:nvSpPr>
            <p:cNvPr id="1033" name="_s1033"/>
            <p:cNvSpPr/>
            <p:nvPr/>
          </p:nvSpPr>
          <p:spPr>
            <a:xfrm>
              <a:off x="2400" y="3600"/>
              <a:ext cx="918" cy="2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ctr" anchorCtr="0"/>
            <a:p>
              <a:pPr algn="ctr"/>
              <a:r>
                <a:rPr sz="3600">
                  <a:latin typeface="Arial" panose="020B0604020202020204" pitchFamily="34" charset="0"/>
                </a:rPr>
                <a:t>Spiritual</a:t>
              </a:r>
              <a:endParaRPr sz="3600">
                <a:latin typeface="Arial" panose="020B0604020202020204" pitchFamily="34" charset="0"/>
              </a:endParaRPr>
            </a:p>
          </p:txBody>
        </p:sp>
        <p:sp>
          <p:nvSpPr>
            <p:cNvPr id="1034" name="_s1034"/>
            <p:cNvSpPr>
              <a:spLocks noTextEdit="1"/>
            </p:cNvSpPr>
            <p:nvPr/>
          </p:nvSpPr>
          <p:spPr>
            <a:xfrm>
              <a:off x="768" y="1896"/>
              <a:ext cx="1990" cy="1560"/>
            </a:xfrm>
            <a:prstGeom prst="ellipse">
              <a:avLst/>
            </a:prstGeom>
            <a:solidFill>
              <a:srgbClr val="01BD0A">
                <a:alpha val="50000"/>
              </a:srgbClr>
            </a:solidFill>
            <a:ln w="9525" cap="flat" cmpd="sng">
              <a:solidFill>
                <a:srgbClr val="01BD0A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endParaRPr lang="en-US"/>
            </a:p>
          </p:txBody>
        </p:sp>
        <p:sp>
          <p:nvSpPr>
            <p:cNvPr id="1035" name="_s1035"/>
            <p:cNvSpPr/>
            <p:nvPr/>
          </p:nvSpPr>
          <p:spPr>
            <a:xfrm>
              <a:off x="720" y="2448"/>
              <a:ext cx="918" cy="2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ctr" anchorCtr="0"/>
            <a:p>
              <a:pPr algn="ctr"/>
              <a:r>
                <a:rPr sz="3600">
                  <a:latin typeface="Arial" panose="020B0604020202020204" pitchFamily="34" charset="0"/>
                </a:rPr>
                <a:t>Mental</a:t>
              </a:r>
              <a:endParaRPr sz="3600">
                <a:latin typeface="Arial" panose="020B0604020202020204" pitchFamily="34" charset="0"/>
              </a:endParaRPr>
            </a:p>
          </p:txBody>
        </p:sp>
      </p:grpSp>
    </p:spTree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4034" name="Rectangle 2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6002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en-US" dirty="0"/>
              <a:t>Physical </a:t>
            </a:r>
            <a:br>
              <a:rPr lang="en-US" altLang="en-US" dirty="0"/>
            </a:br>
            <a:r>
              <a:rPr lang="en-US" altLang="en-US" dirty="0"/>
              <a:t>systems </a:t>
            </a:r>
            <a:endParaRPr lang="en-US" altLang="en-US" dirty="0"/>
          </a:p>
        </p:txBody>
      </p:sp>
      <p:sp>
        <p:nvSpPr>
          <p:cNvPr id="31747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2209800"/>
            <a:ext cx="8229600" cy="38862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/>
            </a:pPr>
            <a:r>
              <a:rPr kumimoji="0" lang="en-US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Skeletal-</a:t>
            </a:r>
            <a:r>
              <a:rPr kumimoji="0" lang="en-US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bones</a:t>
            </a:r>
            <a:endParaRPr kumimoji="0" lang="en-US" altLang="en-US" sz="3200" b="0" i="0" u="none" strike="noStrike" kern="0" cap="none" spc="0" normalizeH="0" baseline="0" noProof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/>
            </a:pPr>
            <a:r>
              <a:rPr kumimoji="0" lang="en-US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Muscular- </a:t>
            </a:r>
            <a:r>
              <a:rPr kumimoji="0" lang="en-US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Muscles</a:t>
            </a:r>
            <a:endParaRPr kumimoji="0" lang="en-US" altLang="en-US" sz="2800" b="0" i="0" u="none" strike="noStrike" kern="0" cap="none" spc="0" normalizeH="0" baseline="0" noProof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/>
            </a:pPr>
            <a:r>
              <a:rPr kumimoji="0" lang="en-US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Circulatory- </a:t>
            </a: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Blood vessels</a:t>
            </a: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/>
            </a:pPr>
            <a:r>
              <a:rPr kumimoji="0" lang="en-US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Respiratory- </a:t>
            </a: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breathing system</a:t>
            </a:r>
            <a:endParaRPr kumimoji="0" lang="en-US" altLang="en-US" sz="3200" b="0" i="0" u="none" strike="noStrike" kern="0" cap="none" spc="0" normalizeH="0" baseline="0" noProof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/>
            </a:pPr>
            <a:r>
              <a:rPr kumimoji="0" lang="en-US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Digestive- </a:t>
            </a: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Alimentally canal</a:t>
            </a:r>
            <a:endParaRPr kumimoji="0" lang="en-US" altLang="en-US" sz="3200" b="0" i="0" u="none" strike="noStrike" kern="0" cap="none" spc="0" normalizeH="0" baseline="0" noProof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/>
            </a:pPr>
            <a:r>
              <a:rPr kumimoji="0" lang="en-US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Nervous- </a:t>
            </a: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brain and nerves</a:t>
            </a: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/>
            </a:pPr>
            <a:r>
              <a:rPr kumimoji="0" lang="en-US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Reproductive- </a:t>
            </a: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genital system</a:t>
            </a:r>
            <a:endParaRPr kumimoji="0" lang="en-US" altLang="en-US" sz="3200" b="0" i="0" u="none" strike="noStrike" kern="0" cap="none" spc="0" normalizeH="0" baseline="0" noProof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/>
            </a:pPr>
            <a:endParaRPr kumimoji="0" lang="en-US" altLang="en-US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44036" name="Picture 6"/>
          <p:cNvPicPr>
            <a:picLocks noChangeAspect="1"/>
          </p:cNvPicPr>
          <p:nvPr/>
        </p:nvPicPr>
        <p:blipFill>
          <a:blip r:embed="rId1">
            <a:lum bright="60001"/>
          </a:blip>
          <a:stretch>
            <a:fillRect/>
          </a:stretch>
        </p:blipFill>
        <p:spPr>
          <a:xfrm>
            <a:off x="5373688" y="381000"/>
            <a:ext cx="3073400" cy="59436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charRg st="0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charRg st="15" end="3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charRg st="33" end="6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charRg st="60" end="9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charRg st="90" end="1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charRg st="119" end="14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charRg st="145" end="17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47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6082" name="Rectangle 8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en-US" dirty="0"/>
              <a:t>Skeletal System</a:t>
            </a:r>
            <a:endParaRPr lang="en-US" altLang="en-US" dirty="0"/>
          </a:p>
        </p:txBody>
      </p:sp>
      <p:sp>
        <p:nvSpPr>
          <p:cNvPr id="302089" name="Rectangle 9"/>
          <p:cNvSpPr>
            <a:spLocks noGrp="1"/>
          </p:cNvSpPr>
          <p:nvPr>
            <p:ph type="body" sz="half" idx="1"/>
          </p:nvPr>
        </p:nvSpPr>
        <p:spPr>
          <a:xfrm>
            <a:off x="533400" y="1676400"/>
            <a:ext cx="4648200" cy="46482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lang="en-US" altLang="en-US" sz="2800" dirty="0"/>
              <a:t>The Skeleton is the name given to the collections of the bones that holds the rest of the body up. </a:t>
            </a:r>
            <a:endParaRPr lang="en-US" altLang="en-US" sz="2800" dirty="0"/>
          </a:p>
          <a:p>
            <a:pPr eaLnBrk="1" hangingPunct="1"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lang="en-US" altLang="en-US" sz="2800" dirty="0"/>
              <a:t>Our skeleton protects vital organs such as the brain, the heart and the lungs. </a:t>
            </a:r>
            <a:endParaRPr lang="en-US" altLang="en-US" sz="2800" dirty="0"/>
          </a:p>
          <a:p>
            <a:pPr eaLnBrk="1" hangingPunct="1"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lang="en-US" altLang="en-US" sz="2800" dirty="0"/>
              <a:t>It gives us the shape we have and allows us to move.</a:t>
            </a:r>
            <a:endParaRPr lang="en-US" altLang="en-US" sz="2800" dirty="0"/>
          </a:p>
        </p:txBody>
      </p:sp>
      <p:pic>
        <p:nvPicPr>
          <p:cNvPr id="46084" name="Picture 12"/>
          <p:cNvPicPr>
            <a:picLocks noChangeAspect="1"/>
          </p:cNvPicPr>
          <p:nvPr>
            <p:ph sz="half" idx="2"/>
          </p:nvPr>
        </p:nvPicPr>
        <p:blipFill>
          <a:blip r:embed="rId1"/>
          <a:srcRect/>
          <a:stretch>
            <a:fillRect/>
          </a:stretch>
        </p:blipFill>
        <p:spPr>
          <a:xfrm>
            <a:off x="5029200" y="457200"/>
            <a:ext cx="3822700" cy="6096000"/>
          </a:xfrm>
          <a:ln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089">
                                            <p:txEl>
                                              <p:charRg st="0" end="10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089">
                                            <p:txEl>
                                              <p:charRg st="100" end="18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089">
                                            <p:txEl>
                                              <p:charRg st="180" end="23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2089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8130" name="Rectangle 4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en-US" sz="4000" dirty="0"/>
              <a:t>Muscular</a:t>
            </a:r>
            <a:br>
              <a:rPr lang="en-US" altLang="en-US" sz="4000" dirty="0"/>
            </a:br>
            <a:r>
              <a:rPr lang="en-US" altLang="en-US" sz="4000" dirty="0"/>
              <a:t>System</a:t>
            </a:r>
            <a:endParaRPr lang="en-US" altLang="en-US" sz="4000" dirty="0"/>
          </a:p>
        </p:txBody>
      </p:sp>
      <p:pic>
        <p:nvPicPr>
          <p:cNvPr id="48131" name="Picture 8"/>
          <p:cNvPicPr>
            <a:picLocks noChangeAspect="1"/>
          </p:cNvPicPr>
          <p:nvPr/>
        </p:nvPicPr>
        <p:blipFill>
          <a:blip r:embed="rId1"/>
          <a:srcRect l="10345" r="8253"/>
          <a:stretch>
            <a:fillRect/>
          </a:stretch>
        </p:blipFill>
        <p:spPr>
          <a:xfrm>
            <a:off x="3883025" y="609600"/>
            <a:ext cx="5260975" cy="59436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04134" name="Rectangle 6"/>
          <p:cNvSpPr>
            <a:spLocks noGrp="1"/>
          </p:cNvSpPr>
          <p:nvPr>
            <p:ph type="body" sz="half" idx="1"/>
          </p:nvPr>
        </p:nvSpPr>
        <p:spPr>
          <a:xfrm>
            <a:off x="76200" y="1752600"/>
            <a:ext cx="3810000" cy="51054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90000"/>
              </a:lnSpc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lang="en-US" altLang="en-US" sz="2400" dirty="0"/>
              <a:t>About half the body's weight. </a:t>
            </a:r>
            <a:endParaRPr lang="en-US" altLang="en-US" sz="2400" dirty="0"/>
          </a:p>
          <a:p>
            <a:pPr eaLnBrk="1" hangingPunct="1">
              <a:lnSpc>
                <a:spcPct val="90000"/>
              </a:lnSpc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lang="en-US" altLang="en-US" sz="2400" dirty="0"/>
              <a:t>Muscles allow us to move.</a:t>
            </a:r>
            <a:endParaRPr lang="en-US" altLang="en-US" sz="2400" dirty="0"/>
          </a:p>
          <a:p>
            <a:pPr eaLnBrk="1" hangingPunct="1">
              <a:lnSpc>
                <a:spcPct val="90000"/>
              </a:lnSpc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lang="en-US" altLang="en-US" sz="2400" dirty="0"/>
              <a:t>Special tissues shorten when they receive a signal from the brain. </a:t>
            </a:r>
            <a:endParaRPr lang="en-US" altLang="en-US" sz="2400" dirty="0"/>
          </a:p>
          <a:p>
            <a:pPr eaLnBrk="1" hangingPunct="1">
              <a:lnSpc>
                <a:spcPct val="90000"/>
              </a:lnSpc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lang="en-US" altLang="en-US" sz="2400" dirty="0"/>
              <a:t>Attached to bones by stretchy tissue called tendons. When muscles contract, they pull on the tendons which pull on the bones and cause our limbs to move.</a:t>
            </a:r>
            <a:endParaRPr lang="en-US" alt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134">
                                            <p:txEl>
                                              <p:charRg st="0" end="3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134">
                                            <p:txEl>
                                              <p:charRg st="31" end="5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134">
                                            <p:txEl>
                                              <p:charRg st="57" end="1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134">
                                            <p:txEl>
                                              <p:charRg st="125" end="27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4134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6183" name="Rectangle 7"/>
          <p:cNvSpPr>
            <a:spLocks noGrp="1"/>
          </p:cNvSpPr>
          <p:nvPr>
            <p:ph type="body" sz="half" idx="2"/>
          </p:nvPr>
        </p:nvSpPr>
        <p:spPr>
          <a:xfrm>
            <a:off x="4343400" y="1600200"/>
            <a:ext cx="4611688" cy="49530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lang="en-US" altLang="en-US" sz="2400" dirty="0"/>
              <a:t>Typical person has around 4-5 litres of blood. </a:t>
            </a:r>
            <a:endParaRPr lang="en-US" altLang="en-US" sz="2400" dirty="0"/>
          </a:p>
          <a:p>
            <a:pPr eaLnBrk="1" hangingPunct="1"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lang="en-US" altLang="en-US" sz="2400" dirty="0"/>
              <a:t>Blood transports oxygen and nutrients to the body's cells, and carries waste materials away. </a:t>
            </a:r>
            <a:endParaRPr lang="en-US" altLang="en-US" sz="2400" dirty="0"/>
          </a:p>
          <a:p>
            <a:pPr eaLnBrk="1" hangingPunct="1"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lang="en-US" altLang="en-US" sz="2400" dirty="0"/>
              <a:t>Blood carries substances called hormones, which control body processes, and antibodies to fight invading germs. </a:t>
            </a:r>
            <a:endParaRPr lang="en-US" altLang="en-US" sz="2400" dirty="0"/>
          </a:p>
          <a:p>
            <a:pPr eaLnBrk="1" hangingPunct="1"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lang="en-US" altLang="en-US" sz="2400" dirty="0"/>
              <a:t>The heart pumps the blood.</a:t>
            </a:r>
            <a:endParaRPr lang="en-US" altLang="en-US" sz="2400" dirty="0"/>
          </a:p>
        </p:txBody>
      </p:sp>
      <p:pic>
        <p:nvPicPr>
          <p:cNvPr id="50179" name="Picture 8"/>
          <p:cNvPicPr>
            <a:picLocks noChangeAspect="1"/>
          </p:cNvPicPr>
          <p:nvPr/>
        </p:nvPicPr>
        <p:blipFill>
          <a:blip r:embed="rId1"/>
          <a:srcRect l="17519" r="13417"/>
          <a:stretch>
            <a:fillRect/>
          </a:stretch>
        </p:blipFill>
        <p:spPr>
          <a:xfrm>
            <a:off x="457200" y="533400"/>
            <a:ext cx="3570288" cy="62484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0180" name="Rectangle 5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1371600"/>
          </a:xfrm>
          <a:ln/>
        </p:spPr>
        <p:txBody>
          <a:bodyPr vert="horz" wrap="square" lIns="91440" tIns="45720" rIns="91440" bIns="45720" anchor="ctr" anchorCtr="0"/>
          <a:p>
            <a:pPr algn="r" eaLnBrk="1" hangingPunct="1"/>
            <a:r>
              <a:rPr lang="en-US" altLang="en-US" dirty="0"/>
              <a:t>Circulatory System</a:t>
            </a:r>
            <a:endParaRPr lang="en-US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183">
                                            <p:txEl>
                                              <p:charRg st="0" end="4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183">
                                            <p:txEl>
                                              <p:charRg st="48" end="14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183">
                                            <p:txEl>
                                              <p:charRg st="142" end="25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183">
                                            <p:txEl>
                                              <p:charRg st="255" end="28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6183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6" name="Rectangle 4"/>
          <p:cNvSpPr>
            <a:spLocks noGrp="1"/>
          </p:cNvSpPr>
          <p:nvPr>
            <p:ph type="title"/>
          </p:nvPr>
        </p:nvSpPr>
        <p:spPr>
          <a:xfrm>
            <a:off x="304800" y="457200"/>
            <a:ext cx="8229600" cy="1371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en-US" sz="4000" dirty="0"/>
              <a:t>Respiratory</a:t>
            </a:r>
            <a:br>
              <a:rPr lang="en-US" altLang="en-US" sz="4000" dirty="0"/>
            </a:br>
            <a:r>
              <a:rPr lang="en-US" altLang="en-US" sz="4000" dirty="0"/>
              <a:t>System</a:t>
            </a:r>
            <a:endParaRPr lang="en-US" altLang="en-US" sz="4000" dirty="0"/>
          </a:p>
        </p:txBody>
      </p:sp>
      <p:sp>
        <p:nvSpPr>
          <p:cNvPr id="308229" name="Rectangle 5"/>
          <p:cNvSpPr>
            <a:spLocks noGrp="1"/>
          </p:cNvSpPr>
          <p:nvPr>
            <p:ph type="body" sz="half" idx="1"/>
          </p:nvPr>
        </p:nvSpPr>
        <p:spPr>
          <a:xfrm>
            <a:off x="0" y="1905000"/>
            <a:ext cx="3429000" cy="47244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lang="en-US" altLang="en-US" sz="2800" dirty="0"/>
              <a:t>Deals with breathing.</a:t>
            </a:r>
            <a:endParaRPr lang="en-US" altLang="en-US" sz="2800" dirty="0"/>
          </a:p>
          <a:p>
            <a:pPr eaLnBrk="1" hangingPunct="1"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lang="en-US" altLang="en-US" sz="2800" dirty="0"/>
              <a:t>When we breathe, the body takes in the oxygen that it needs and removes the carbon dioxide that it doesn't need.</a:t>
            </a:r>
            <a:endParaRPr lang="en-US" altLang="en-US" sz="2800" dirty="0"/>
          </a:p>
        </p:txBody>
      </p:sp>
      <p:pic>
        <p:nvPicPr>
          <p:cNvPr id="52228" name="Picture 8"/>
          <p:cNvPicPr>
            <a:picLocks noChangeAspect="1"/>
          </p:cNvPicPr>
          <p:nvPr>
            <p:ph sz="half" idx="2"/>
          </p:nvPr>
        </p:nvPicPr>
        <p:blipFill>
          <a:blip r:embed="rId1"/>
          <a:srcRect/>
          <a:stretch>
            <a:fillRect/>
          </a:stretch>
        </p:blipFill>
        <p:spPr>
          <a:xfrm>
            <a:off x="3505200" y="881063"/>
            <a:ext cx="5562600" cy="5353050"/>
          </a:xfrm>
          <a:ln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229">
                                            <p:txEl>
                                              <p:charRg st="0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229">
                                            <p:txEl>
                                              <p:charRg st="22" end="13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8229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4274" name="Rectangle 4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pPr algn="r" eaLnBrk="1" hangingPunct="1"/>
            <a:r>
              <a:rPr lang="en-US" altLang="en-US" sz="4000" dirty="0"/>
              <a:t>Digestive</a:t>
            </a:r>
            <a:br>
              <a:rPr lang="en-US" altLang="en-US" sz="4000" dirty="0"/>
            </a:br>
            <a:r>
              <a:rPr lang="en-US" altLang="en-US" sz="4000" dirty="0"/>
              <a:t>System</a:t>
            </a:r>
            <a:endParaRPr lang="en-US" altLang="en-US" sz="4000" dirty="0"/>
          </a:p>
        </p:txBody>
      </p:sp>
      <p:pic>
        <p:nvPicPr>
          <p:cNvPr id="54275" name="Picture 5"/>
          <p:cNvPicPr>
            <a:picLocks noChangeAspect="1"/>
          </p:cNvPicPr>
          <p:nvPr>
            <p:ph sz="half" idx="1"/>
          </p:nvPr>
        </p:nvPicPr>
        <p:blipFill>
          <a:blip r:embed="rId1"/>
          <a:srcRect/>
          <a:stretch>
            <a:fillRect/>
          </a:stretch>
        </p:blipFill>
        <p:spPr>
          <a:xfrm>
            <a:off x="90488" y="838200"/>
            <a:ext cx="5149850" cy="5562600"/>
          </a:xfrm>
          <a:ln/>
        </p:spPr>
      </p:pic>
      <p:sp>
        <p:nvSpPr>
          <p:cNvPr id="315398" name="Rectangle 6"/>
          <p:cNvSpPr>
            <a:spLocks noGrp="1"/>
          </p:cNvSpPr>
          <p:nvPr>
            <p:ph type="body" sz="half" idx="2"/>
          </p:nvPr>
        </p:nvSpPr>
        <p:spPr>
          <a:xfrm>
            <a:off x="4876800" y="1828800"/>
            <a:ext cx="4078288" cy="53340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lang="en-US" altLang="en-US" sz="2400" dirty="0"/>
              <a:t>Food provides fuel to live, energy to work and play, and the raw materials to build new cells. </a:t>
            </a:r>
            <a:endParaRPr lang="en-US" altLang="en-US" sz="2400" dirty="0"/>
          </a:p>
          <a:p>
            <a:pPr eaLnBrk="1" hangingPunct="1">
              <a:buClr>
                <a:schemeClr val="bg2"/>
              </a:buClr>
              <a:buSzPct val="75000"/>
              <a:buFont typeface="Wingdings" panose="05000000000000000000" pitchFamily="2" charset="2"/>
            </a:pPr>
            <a:endParaRPr lang="en-US" altLang="en-US" sz="2400" dirty="0"/>
          </a:p>
          <a:p>
            <a:pPr eaLnBrk="1" hangingPunct="1"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lang="en-US" altLang="en-US" sz="2400" dirty="0"/>
              <a:t>All the different varieties of food we eat are broken down by our digestive system and transported to every part of our body by our circulatory system.</a:t>
            </a:r>
            <a:endParaRPr lang="en-US" alt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398">
                                            <p:txEl>
                                              <p:charRg st="0" end="9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398">
                                            <p:txEl>
                                              <p:charRg st="97" end="24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5398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6322" name="Rectangle 4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en-US" sz="4000" dirty="0"/>
              <a:t>Nervous</a:t>
            </a:r>
            <a:br>
              <a:rPr lang="en-US" altLang="en-US" sz="4000" dirty="0"/>
            </a:br>
            <a:r>
              <a:rPr lang="en-US" altLang="en-US" sz="4000" dirty="0"/>
              <a:t>System</a:t>
            </a:r>
            <a:endParaRPr lang="en-US" altLang="en-US" sz="4000" dirty="0"/>
          </a:p>
        </p:txBody>
      </p:sp>
      <p:sp>
        <p:nvSpPr>
          <p:cNvPr id="318469" name="Rectangle 5"/>
          <p:cNvSpPr>
            <a:spLocks noGrp="1"/>
          </p:cNvSpPr>
          <p:nvPr>
            <p:ph type="body" sz="half" idx="1"/>
          </p:nvPr>
        </p:nvSpPr>
        <p:spPr>
          <a:xfrm>
            <a:off x="609600" y="2017713"/>
            <a:ext cx="4383088" cy="5068887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lang="en-US" altLang="en-US" sz="2400" dirty="0"/>
              <a:t>The Nervous System is the most complex and delicate of all the body systems. </a:t>
            </a:r>
            <a:endParaRPr lang="en-US" altLang="en-US" sz="2400" dirty="0"/>
          </a:p>
          <a:p>
            <a:pPr eaLnBrk="1" hangingPunct="1"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lang="en-US" altLang="en-US" sz="2400" dirty="0"/>
              <a:t>The brain is at the centre of the nervous system. It sends and receives messages through a network of nerves. This network can be explained as similar to a road network.</a:t>
            </a:r>
            <a:endParaRPr lang="en-US" altLang="en-US" sz="2400" dirty="0"/>
          </a:p>
        </p:txBody>
      </p:sp>
      <p:pic>
        <p:nvPicPr>
          <p:cNvPr id="56324" name="Picture 7"/>
          <p:cNvPicPr>
            <a:picLocks noChangeAspect="1"/>
          </p:cNvPicPr>
          <p:nvPr>
            <p:ph sz="half" idx="2"/>
          </p:nvPr>
        </p:nvPicPr>
        <p:blipFill>
          <a:blip r:embed="rId1"/>
          <a:srcRect l="30487" t="5281" r="28049"/>
          <a:stretch>
            <a:fillRect/>
          </a:stretch>
        </p:blipFill>
        <p:spPr>
          <a:xfrm>
            <a:off x="5791200" y="685800"/>
            <a:ext cx="2590800" cy="5694363"/>
          </a:xfrm>
          <a:ln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469">
                                            <p:txEl>
                                              <p:charRg st="0" end="7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469">
                                            <p:txEl>
                                              <p:charRg st="78" end="24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8469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8370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en-US" dirty="0"/>
              <a:t>Reproductive System</a:t>
            </a:r>
            <a:endParaRPr lang="en-US" altLang="en-US" dirty="0"/>
          </a:p>
        </p:txBody>
      </p:sp>
      <p:sp>
        <p:nvSpPr>
          <p:cNvPr id="321541" name="Rectangle 5"/>
          <p:cNvSpPr>
            <a:spLocks noGrp="1"/>
          </p:cNvSpPr>
          <p:nvPr>
            <p:ph type="body" sz="half" idx="1"/>
          </p:nvPr>
        </p:nvSpPr>
        <p:spPr>
          <a:xfrm>
            <a:off x="152400" y="1752600"/>
            <a:ext cx="3581400" cy="52578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90000"/>
              </a:lnSpc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lang="en-US" altLang="en-US" sz="2800" dirty="0"/>
              <a:t>Men: testicles produce sperm which are emitted through the penis during sex.</a:t>
            </a:r>
            <a:endParaRPr lang="en-US" altLang="en-US" sz="2800" dirty="0"/>
          </a:p>
          <a:p>
            <a:pPr eaLnBrk="1" hangingPunct="1">
              <a:lnSpc>
                <a:spcPct val="90000"/>
              </a:lnSpc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lang="en-US" altLang="en-US" sz="2800" dirty="0"/>
              <a:t>Women: produce an egg roughly each month, which can be met in the uterus by a sperm and planted in the uterus wall. </a:t>
            </a:r>
            <a:endParaRPr lang="en-US" altLang="en-US" sz="2800" dirty="0"/>
          </a:p>
        </p:txBody>
      </p:sp>
      <p:pic>
        <p:nvPicPr>
          <p:cNvPr id="58372" name="Picture 7"/>
          <p:cNvPicPr>
            <a:picLocks noChangeAspect="1"/>
          </p:cNvPicPr>
          <p:nvPr>
            <p:ph sz="half" idx="2"/>
          </p:nvPr>
        </p:nvPicPr>
        <p:blipFill>
          <a:blip r:embed="rId1">
            <a:lum bright="35999" contrast="36000"/>
          </a:blip>
          <a:srcRect/>
          <a:stretch>
            <a:fillRect/>
          </a:stretch>
        </p:blipFill>
        <p:spPr>
          <a:xfrm>
            <a:off x="3657600" y="1676400"/>
            <a:ext cx="5297488" cy="4757738"/>
          </a:xfrm>
          <a:ln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541">
                                            <p:txEl>
                                              <p:charRg st="0" end="7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541">
                                            <p:txEl>
                                              <p:charRg st="77" end="19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1541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0418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en-US" dirty="0"/>
              <a:t>Emotional/Mental:</a:t>
            </a:r>
            <a:endParaRPr lang="en-US" altLang="en-US" dirty="0"/>
          </a:p>
        </p:txBody>
      </p:sp>
      <p:sp>
        <p:nvSpPr>
          <p:cNvPr id="60419" name="Rectangle 3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pPr eaLnBrk="1" hangingPunct="1">
              <a:buNone/>
            </a:pPr>
            <a:r>
              <a:rPr lang="en-US" altLang="en-US" dirty="0"/>
              <a:t>How we think or feel about </a:t>
            </a:r>
            <a:endParaRPr lang="en-US" altLang="en-US" dirty="0"/>
          </a:p>
          <a:p>
            <a:pPr eaLnBrk="1" hangingPunct="1">
              <a:buNone/>
            </a:pPr>
            <a:r>
              <a:rPr lang="en-US" altLang="en-US" dirty="0"/>
              <a:t>ourselves, our environment, </a:t>
            </a:r>
            <a:endParaRPr lang="en-US" altLang="en-US" dirty="0"/>
          </a:p>
          <a:p>
            <a:pPr eaLnBrk="1" hangingPunct="1">
              <a:buNone/>
            </a:pPr>
            <a:r>
              <a:rPr lang="en-US" altLang="en-US" dirty="0"/>
              <a:t>				</a:t>
            </a:r>
            <a:endParaRPr lang="en-US" altLang="en-US" dirty="0"/>
          </a:p>
          <a:p>
            <a:pPr eaLnBrk="1" hangingPunct="1">
              <a:buNone/>
            </a:pPr>
            <a:endParaRPr lang="en-US" altLang="en-US" dirty="0"/>
          </a:p>
          <a:p>
            <a:pPr eaLnBrk="1" hangingPunct="1">
              <a:buNone/>
            </a:pPr>
            <a:r>
              <a:rPr lang="en-US" altLang="en-US" dirty="0"/>
              <a:t>					our situation in life</a:t>
            </a:r>
            <a:endParaRPr lang="en-US" altLang="en-US" dirty="0"/>
          </a:p>
        </p:txBody>
      </p:sp>
      <p:pic>
        <p:nvPicPr>
          <p:cNvPr id="60420" name="Picture 8" descr="bd05961_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4800" y="3200400"/>
            <a:ext cx="3032125" cy="35687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0421" name="Picture 9" descr="bd05959_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1200" y="192088"/>
            <a:ext cx="3203575" cy="3922712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2466" name="Title 1"/>
          <p:cNvSpPr>
            <a:spLocks noGrp="1"/>
          </p:cNvSpPr>
          <p:nvPr>
            <p:ph type="title"/>
          </p:nvPr>
        </p:nvSpPr>
        <p:spPr>
          <a:xfrm>
            <a:off x="152400" y="457200"/>
            <a:ext cx="8839200" cy="1371600"/>
          </a:xfrm>
          <a:ln/>
        </p:spPr>
        <p:txBody>
          <a:bodyPr vert="horz" wrap="square" lIns="91440" tIns="45720" rIns="91440" bIns="45720" anchor="ctr" anchorCtr="0"/>
          <a:p>
            <a:r>
              <a:rPr lang="en-US" altLang="" sz="2800" dirty="0"/>
              <a:t>Examples of basic emotions</a:t>
            </a:r>
            <a:br>
              <a:rPr lang="en-US" altLang="" sz="2800" dirty="0"/>
            </a:br>
            <a:r>
              <a:rPr lang="en-US" altLang="" sz="2800" dirty="0"/>
              <a:t>Sources: </a:t>
            </a:r>
            <a:r>
              <a:rPr lang="en-US" altLang="" sz="2800" dirty="0">
                <a:hlinkClick r:id="rId1"/>
              </a:rPr>
              <a:t>https://www.verywellmind.com/an-overview-of-the-types-of-emotions-4163976</a:t>
            </a:r>
            <a:r>
              <a:rPr lang="en-US" altLang="" sz="2800" dirty="0"/>
              <a:t> </a:t>
            </a:r>
            <a:endParaRPr lang="en-US" altLang="" sz="2800" dirty="0"/>
          </a:p>
        </p:txBody>
      </p:sp>
      <p:pic>
        <p:nvPicPr>
          <p:cNvPr id="62467" name="Picture 2"/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76200" y="1981200"/>
            <a:ext cx="9067800" cy="4648200"/>
          </a:xfrm>
          <a:ln/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3490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en-US" dirty="0"/>
              <a:t>Emotional/mental factors</a:t>
            </a:r>
            <a:endParaRPr lang="en-US" altLang="en-US" dirty="0"/>
          </a:p>
        </p:txBody>
      </p:sp>
      <p:sp>
        <p:nvSpPr>
          <p:cNvPr id="35843" name="Rectangle 3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pPr eaLnBrk="1" hangingPunct="1"/>
            <a:r>
              <a:rPr lang="en-US" altLang="en-US" dirty="0"/>
              <a:t>Attitudes and beliefs</a:t>
            </a:r>
            <a:endParaRPr lang="en-US" altLang="en-US" dirty="0"/>
          </a:p>
          <a:p>
            <a:pPr eaLnBrk="1" hangingPunct="1"/>
            <a:r>
              <a:rPr lang="en-US" altLang="en-US" dirty="0"/>
              <a:t>Perceptions of self in relation to other people, nature, and God</a:t>
            </a:r>
            <a:endParaRPr lang="en-US" altLang="en-US" dirty="0"/>
          </a:p>
          <a:p>
            <a:pPr eaLnBrk="1" hangingPunct="1"/>
            <a:r>
              <a:rPr lang="en-US" altLang="en-US" dirty="0"/>
              <a:t>Chemical balances in your brain</a:t>
            </a:r>
            <a:endParaRPr lang="en-US" altLang="en-US" dirty="0"/>
          </a:p>
          <a:p>
            <a:pPr eaLnBrk="1" hangingPunct="1"/>
            <a:r>
              <a:rPr lang="en-US" altLang="en-US" dirty="0"/>
              <a:t>Learned patterns of thinking, behavior</a:t>
            </a:r>
            <a:endParaRPr lang="en-US" altLang="en-US" dirty="0"/>
          </a:p>
          <a:p>
            <a:pPr eaLnBrk="1" hangingPunct="1"/>
            <a:r>
              <a:rPr lang="en-US" altLang="en-US" dirty="0"/>
              <a:t>Unlearned instincts</a:t>
            </a:r>
            <a:endParaRPr lang="en-US" alt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charRg st="0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charRg st="22" end="8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charRg st="87" end="1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charRg st="119" end="15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charRg st="158" end="17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43" grpId="0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5538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en-US" dirty="0"/>
              <a:t>Social: about Relationships</a:t>
            </a:r>
            <a:endParaRPr lang="en-US" altLang="en-US" dirty="0"/>
          </a:p>
        </p:txBody>
      </p:sp>
      <p:sp>
        <p:nvSpPr>
          <p:cNvPr id="37891" name="Rectangle 3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pPr eaLnBrk="1" hangingPunct="1"/>
            <a:r>
              <a:rPr lang="en-US" altLang="en-US" sz="3600" dirty="0"/>
              <a:t>Family</a:t>
            </a:r>
            <a:endParaRPr lang="en-US" altLang="en-US" sz="3600" dirty="0"/>
          </a:p>
          <a:p>
            <a:pPr eaLnBrk="1" hangingPunct="1"/>
            <a:r>
              <a:rPr lang="en-US" altLang="en-US" sz="3600" dirty="0"/>
              <a:t>Friends</a:t>
            </a:r>
            <a:endParaRPr lang="en-US" altLang="en-US" sz="3600" dirty="0"/>
          </a:p>
          <a:p>
            <a:pPr eaLnBrk="1" hangingPunct="1"/>
            <a:r>
              <a:rPr lang="en-US" altLang="en-US" sz="3600" dirty="0"/>
              <a:t>Communities </a:t>
            </a:r>
            <a:endParaRPr lang="en-US" altLang="en-US" sz="3600" dirty="0"/>
          </a:p>
          <a:p>
            <a:pPr eaLnBrk="1" hangingPunct="1"/>
            <a:r>
              <a:rPr lang="en-US" altLang="en-US" sz="3600" dirty="0"/>
              <a:t>Society</a:t>
            </a:r>
            <a:endParaRPr lang="en-US" altLang="en-US" sz="3600" dirty="0"/>
          </a:p>
        </p:txBody>
      </p:sp>
      <p:pic>
        <p:nvPicPr>
          <p:cNvPr id="65540" name="Picture 8" descr="pe01177_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21238" y="1905000"/>
            <a:ext cx="3638550" cy="39624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charRg st="0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charRg st="7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charRg st="15" end="2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charRg st="28" end="3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891" grpId="0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7586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en-US" dirty="0"/>
              <a:t>Social Factors</a:t>
            </a:r>
            <a:endParaRPr lang="en-US" altLang="en-US" dirty="0"/>
          </a:p>
        </p:txBody>
      </p:sp>
      <p:sp>
        <p:nvSpPr>
          <p:cNvPr id="39939" name="Rectangle 3"/>
          <p:cNvSpPr>
            <a:spLocks noGrp="1"/>
          </p:cNvSpPr>
          <p:nvPr>
            <p:ph type="body" sz="half" idx="2"/>
          </p:nvPr>
        </p:nvSpPr>
        <p:spPr>
          <a:xfrm>
            <a:off x="4652963" y="1981200"/>
            <a:ext cx="4033837" cy="38862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lang="en-US" altLang="en-US" sz="3600" dirty="0"/>
              <a:t>Cohesion</a:t>
            </a:r>
            <a:endParaRPr lang="en-US" altLang="en-US" sz="3600" dirty="0"/>
          </a:p>
          <a:p>
            <a:pPr eaLnBrk="1" hangingPunct="1"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lang="en-US" altLang="en-US" sz="3600" dirty="0"/>
              <a:t>Boundaries</a:t>
            </a:r>
            <a:endParaRPr lang="en-US" altLang="en-US" sz="3600" dirty="0"/>
          </a:p>
          <a:p>
            <a:pPr eaLnBrk="1" hangingPunct="1"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lang="en-US" altLang="en-US" sz="3600" dirty="0"/>
              <a:t>Roles</a:t>
            </a:r>
            <a:endParaRPr lang="en-US" altLang="en-US" sz="3600" dirty="0"/>
          </a:p>
          <a:p>
            <a:pPr eaLnBrk="1" hangingPunct="1"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lang="en-US" altLang="en-US" sz="3600" dirty="0"/>
              <a:t>Intimacy</a:t>
            </a:r>
            <a:endParaRPr lang="en-US" altLang="en-US" sz="3600" dirty="0"/>
          </a:p>
          <a:p>
            <a:pPr eaLnBrk="1" hangingPunct="1">
              <a:buClr>
                <a:schemeClr val="bg2"/>
              </a:buClr>
              <a:buSzPct val="75000"/>
              <a:buFont typeface="Wingdings" panose="05000000000000000000" pitchFamily="2" charset="2"/>
            </a:pPr>
            <a:endParaRPr lang="en-US" altLang="en-US" sz="3600" dirty="0"/>
          </a:p>
        </p:txBody>
      </p:sp>
      <p:pic>
        <p:nvPicPr>
          <p:cNvPr id="67588" name="Picture 6" descr="pe03207_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2209800"/>
            <a:ext cx="3092450" cy="32766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charRg st="0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charRg st="9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charRg st="20" end="2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charRg st="26" end="3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39" grpId="0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9634" name="Rectangle 3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pPr eaLnBrk="1" hangingPunct="1"/>
            <a:endParaRPr lang="en-US" altLang="en-US" dirty="0"/>
          </a:p>
        </p:txBody>
      </p:sp>
      <p:sp>
        <p:nvSpPr>
          <p:cNvPr id="69635" name="AutoShape 5"/>
          <p:cNvSpPr>
            <a:spLocks noChangeAspect="1"/>
          </p:cNvSpPr>
          <p:nvPr/>
        </p:nvSpPr>
        <p:spPr>
          <a:xfrm>
            <a:off x="0" y="808038"/>
            <a:ext cx="9144000" cy="5957887"/>
          </a:xfrm>
          <a:prstGeom prst="rect">
            <a:avLst/>
          </a:prstGeom>
          <a:solidFill>
            <a:srgbClr val="FFFF99"/>
          </a:solidFill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 dirty="0"/>
          </a:p>
        </p:txBody>
      </p:sp>
      <p:sp>
        <p:nvSpPr>
          <p:cNvPr id="69636" name="Text Box 7"/>
          <p:cNvSpPr txBox="1"/>
          <p:nvPr/>
        </p:nvSpPr>
        <p:spPr>
          <a:xfrm>
            <a:off x="8154988" y="3132138"/>
            <a:ext cx="850900" cy="411162"/>
          </a:xfrm>
          <a:prstGeom prst="rect">
            <a:avLst/>
          </a:prstGeom>
          <a:noFill/>
          <a:ln w="9525">
            <a:noFill/>
          </a:ln>
        </p:spPr>
        <p:txBody>
          <a:bodyPr lIns="54864" tIns="27433" rIns="54864" bIns="27433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dirty="0">
                <a:latin typeface="Arial Black" panose="020B0A04020102020204" pitchFamily="34" charset="0"/>
              </a:rPr>
              <a:t>Safety</a:t>
            </a:r>
            <a:endParaRPr lang="en-US" altLang="en-US" sz="1400" dirty="0"/>
          </a:p>
        </p:txBody>
      </p:sp>
      <p:sp>
        <p:nvSpPr>
          <p:cNvPr id="69637" name="Text Box 8"/>
          <p:cNvSpPr txBox="1"/>
          <p:nvPr/>
        </p:nvSpPr>
        <p:spPr>
          <a:xfrm>
            <a:off x="6845300" y="3609975"/>
            <a:ext cx="2298700" cy="412750"/>
          </a:xfrm>
          <a:prstGeom prst="rect">
            <a:avLst/>
          </a:prstGeom>
          <a:noFill/>
          <a:ln w="9525">
            <a:noFill/>
          </a:ln>
        </p:spPr>
        <p:txBody>
          <a:bodyPr lIns="54864" tIns="27433" rIns="54864" bIns="27433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dirty="0">
                <a:latin typeface="Arial Black" panose="020B0A04020102020204" pitchFamily="34" charset="0"/>
              </a:rPr>
              <a:t>Relationship with God</a:t>
            </a:r>
            <a:endParaRPr lang="en-US" altLang="en-US" sz="1400" dirty="0"/>
          </a:p>
        </p:txBody>
      </p:sp>
      <p:sp>
        <p:nvSpPr>
          <p:cNvPr id="69638" name="Text Box 9"/>
          <p:cNvSpPr txBox="1"/>
          <p:nvPr/>
        </p:nvSpPr>
        <p:spPr>
          <a:xfrm>
            <a:off x="7531100" y="4006850"/>
            <a:ext cx="1501775" cy="411163"/>
          </a:xfrm>
          <a:prstGeom prst="rect">
            <a:avLst/>
          </a:prstGeom>
          <a:noFill/>
          <a:ln w="9525">
            <a:noFill/>
          </a:ln>
        </p:spPr>
        <p:txBody>
          <a:bodyPr lIns="54864" tIns="27433" rIns="54864" bIns="27433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dirty="0">
                <a:latin typeface="Arial Black" panose="020B0A04020102020204" pitchFamily="34" charset="0"/>
              </a:rPr>
              <a:t>Stewardship</a:t>
            </a:r>
            <a:endParaRPr lang="en-US" altLang="en-US" sz="1400" dirty="0"/>
          </a:p>
        </p:txBody>
      </p:sp>
      <p:sp>
        <p:nvSpPr>
          <p:cNvPr id="69639" name="Text Box 10"/>
          <p:cNvSpPr txBox="1"/>
          <p:nvPr/>
        </p:nvSpPr>
        <p:spPr>
          <a:xfrm>
            <a:off x="7439025" y="4456113"/>
            <a:ext cx="1541463" cy="411162"/>
          </a:xfrm>
          <a:prstGeom prst="rect">
            <a:avLst/>
          </a:prstGeom>
          <a:noFill/>
          <a:ln w="9525">
            <a:noFill/>
          </a:ln>
        </p:spPr>
        <p:txBody>
          <a:bodyPr lIns="54864" tIns="27433" rIns="54864" bIns="27433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dirty="0">
                <a:latin typeface="Arial Black" panose="020B0A04020102020204" pitchFamily="34" charset="0"/>
              </a:rPr>
              <a:t>Discipleship</a:t>
            </a:r>
            <a:endParaRPr lang="en-US" altLang="en-US" sz="1400" dirty="0"/>
          </a:p>
        </p:txBody>
      </p:sp>
      <p:sp>
        <p:nvSpPr>
          <p:cNvPr id="69640" name="Text Box 12"/>
          <p:cNvSpPr txBox="1"/>
          <p:nvPr/>
        </p:nvSpPr>
        <p:spPr>
          <a:xfrm>
            <a:off x="6015038" y="1360488"/>
            <a:ext cx="1581150" cy="411162"/>
          </a:xfrm>
          <a:prstGeom prst="rect">
            <a:avLst/>
          </a:prstGeom>
          <a:noFill/>
          <a:ln w="9525">
            <a:noFill/>
          </a:ln>
        </p:spPr>
        <p:txBody>
          <a:bodyPr lIns="54864" tIns="27433" rIns="54864" bIns="27433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dirty="0">
                <a:latin typeface="Arial Black" panose="020B0A04020102020204" pitchFamily="34" charset="0"/>
              </a:rPr>
              <a:t>Acceptance</a:t>
            </a:r>
            <a:endParaRPr lang="en-US" altLang="en-US" sz="1400" dirty="0"/>
          </a:p>
        </p:txBody>
      </p:sp>
      <p:sp>
        <p:nvSpPr>
          <p:cNvPr id="69641" name="Text Box 13"/>
          <p:cNvSpPr txBox="1"/>
          <p:nvPr/>
        </p:nvSpPr>
        <p:spPr>
          <a:xfrm>
            <a:off x="3784600" y="887413"/>
            <a:ext cx="1712913" cy="411162"/>
          </a:xfrm>
          <a:prstGeom prst="rect">
            <a:avLst/>
          </a:prstGeom>
          <a:noFill/>
          <a:ln w="9525">
            <a:noFill/>
          </a:ln>
        </p:spPr>
        <p:txBody>
          <a:bodyPr lIns="54864" tIns="27433" rIns="54864" bIns="27433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dirty="0">
                <a:latin typeface="Arial Black" panose="020B0A04020102020204" pitchFamily="34" charset="0"/>
              </a:rPr>
              <a:t>Loving Others</a:t>
            </a:r>
            <a:endParaRPr lang="en-US" altLang="en-US" sz="1400" dirty="0"/>
          </a:p>
        </p:txBody>
      </p:sp>
      <p:sp>
        <p:nvSpPr>
          <p:cNvPr id="69642" name="Text Box 14"/>
          <p:cNvSpPr txBox="1"/>
          <p:nvPr/>
        </p:nvSpPr>
        <p:spPr>
          <a:xfrm>
            <a:off x="5419725" y="1087438"/>
            <a:ext cx="1222375" cy="412750"/>
          </a:xfrm>
          <a:prstGeom prst="rect">
            <a:avLst/>
          </a:prstGeom>
          <a:noFill/>
          <a:ln w="9525">
            <a:noFill/>
          </a:ln>
        </p:spPr>
        <p:txBody>
          <a:bodyPr lIns="54864" tIns="27433" rIns="54864" bIns="27433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dirty="0">
                <a:latin typeface="Arial Black" panose="020B0A04020102020204" pitchFamily="34" charset="0"/>
              </a:rPr>
              <a:t>Freedom</a:t>
            </a:r>
            <a:endParaRPr lang="en-US" altLang="en-US" sz="1400" dirty="0"/>
          </a:p>
        </p:txBody>
      </p:sp>
      <p:sp>
        <p:nvSpPr>
          <p:cNvPr id="69643" name="Text Box 15"/>
          <p:cNvSpPr txBox="1"/>
          <p:nvPr/>
        </p:nvSpPr>
        <p:spPr>
          <a:xfrm>
            <a:off x="2816225" y="1116013"/>
            <a:ext cx="2005013" cy="411162"/>
          </a:xfrm>
          <a:prstGeom prst="rect">
            <a:avLst/>
          </a:prstGeom>
          <a:noFill/>
          <a:ln w="9525">
            <a:noFill/>
          </a:ln>
        </p:spPr>
        <p:txBody>
          <a:bodyPr lIns="54864" tIns="27433" rIns="54864" bIns="27433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dirty="0">
                <a:latin typeface="Arial Black" panose="020B0A04020102020204" pitchFamily="34" charset="0"/>
              </a:rPr>
              <a:t>Self Acceptance</a:t>
            </a:r>
            <a:endParaRPr lang="en-US" altLang="en-US" sz="1400" dirty="0"/>
          </a:p>
        </p:txBody>
      </p:sp>
      <p:sp>
        <p:nvSpPr>
          <p:cNvPr id="69644" name="Text Box 16"/>
          <p:cNvSpPr txBox="1"/>
          <p:nvPr/>
        </p:nvSpPr>
        <p:spPr>
          <a:xfrm>
            <a:off x="1833563" y="1487488"/>
            <a:ext cx="2005012" cy="411162"/>
          </a:xfrm>
          <a:prstGeom prst="rect">
            <a:avLst/>
          </a:prstGeom>
          <a:noFill/>
          <a:ln w="9525">
            <a:noFill/>
          </a:ln>
        </p:spPr>
        <p:txBody>
          <a:bodyPr lIns="54864" tIns="27433" rIns="54864" bIns="27433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dirty="0">
                <a:latin typeface="Arial Black" panose="020B0A04020102020204" pitchFamily="34" charset="0"/>
              </a:rPr>
              <a:t>To be Needed</a:t>
            </a:r>
            <a:endParaRPr lang="en-US" altLang="en-US" sz="1400" dirty="0"/>
          </a:p>
        </p:txBody>
      </p:sp>
      <p:sp>
        <p:nvSpPr>
          <p:cNvPr id="69645" name="Text Box 17"/>
          <p:cNvSpPr txBox="1"/>
          <p:nvPr/>
        </p:nvSpPr>
        <p:spPr>
          <a:xfrm>
            <a:off x="69850" y="808038"/>
            <a:ext cx="2816225" cy="563562"/>
          </a:xfrm>
          <a:prstGeom prst="rect">
            <a:avLst/>
          </a:prstGeom>
          <a:noFill/>
          <a:ln w="9525">
            <a:noFill/>
          </a:ln>
        </p:spPr>
        <p:txBody>
          <a:bodyPr lIns="54864" tIns="27433" rIns="54864" bIns="27433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3600" dirty="0">
                <a:solidFill>
                  <a:srgbClr val="0000FF"/>
                </a:solidFill>
                <a:latin typeface="Impact" panose="020B0806030902050204" pitchFamily="34" charset="0"/>
              </a:rPr>
              <a:t>Emotional</a:t>
            </a:r>
            <a:endParaRPr lang="en-US" altLang="en-US" sz="3600" dirty="0"/>
          </a:p>
        </p:txBody>
      </p:sp>
      <p:sp>
        <p:nvSpPr>
          <p:cNvPr id="69646" name="Text Box 18"/>
          <p:cNvSpPr txBox="1"/>
          <p:nvPr/>
        </p:nvSpPr>
        <p:spPr>
          <a:xfrm>
            <a:off x="7772400" y="808038"/>
            <a:ext cx="2112963" cy="731837"/>
          </a:xfrm>
          <a:prstGeom prst="rect">
            <a:avLst/>
          </a:prstGeom>
          <a:noFill/>
          <a:ln w="9525">
            <a:noFill/>
          </a:ln>
        </p:spPr>
        <p:txBody>
          <a:bodyPr lIns="54864" tIns="27433" rIns="54864" bIns="27433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3600" dirty="0">
                <a:solidFill>
                  <a:srgbClr val="FF6600"/>
                </a:solidFill>
                <a:latin typeface="Impact" panose="020B0806030902050204" pitchFamily="34" charset="0"/>
              </a:rPr>
              <a:t>Social</a:t>
            </a:r>
            <a:endParaRPr lang="en-US" altLang="en-US" sz="3600" dirty="0"/>
          </a:p>
        </p:txBody>
      </p:sp>
      <p:sp>
        <p:nvSpPr>
          <p:cNvPr id="69647" name="Text Box 19"/>
          <p:cNvSpPr txBox="1"/>
          <p:nvPr/>
        </p:nvSpPr>
        <p:spPr>
          <a:xfrm>
            <a:off x="7294563" y="5995988"/>
            <a:ext cx="2763837" cy="730250"/>
          </a:xfrm>
          <a:prstGeom prst="rect">
            <a:avLst/>
          </a:prstGeom>
          <a:noFill/>
          <a:ln w="9525">
            <a:noFill/>
          </a:ln>
        </p:spPr>
        <p:txBody>
          <a:bodyPr lIns="54864" tIns="27433" rIns="54864" bIns="27433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3600" dirty="0">
                <a:solidFill>
                  <a:srgbClr val="33CCCC"/>
                </a:solidFill>
                <a:latin typeface="Impact" panose="020B0806030902050204" pitchFamily="34" charset="0"/>
              </a:rPr>
              <a:t>Spiritual</a:t>
            </a:r>
            <a:endParaRPr lang="en-US" altLang="en-US" sz="3600" dirty="0"/>
          </a:p>
        </p:txBody>
      </p:sp>
      <p:sp>
        <p:nvSpPr>
          <p:cNvPr id="69648" name="Oval 21"/>
          <p:cNvSpPr/>
          <p:nvPr/>
        </p:nvSpPr>
        <p:spPr>
          <a:xfrm>
            <a:off x="2814638" y="2586038"/>
            <a:ext cx="3708400" cy="1981200"/>
          </a:xfrm>
          <a:prstGeom prst="ellipse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  <p:txBody>
          <a:bodyPr lIns="54864" tIns="27433" rIns="54864" bIns="27433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400" dirty="0"/>
              <a:t>Holistic</a:t>
            </a:r>
            <a:br>
              <a:rPr lang="en-US" altLang="en-US" sz="4400" dirty="0"/>
            </a:br>
            <a:r>
              <a:rPr lang="en-US" altLang="en-US" sz="4400" dirty="0"/>
              <a:t>Health</a:t>
            </a:r>
            <a:endParaRPr lang="en-US" altLang="en-US" sz="4400" dirty="0"/>
          </a:p>
        </p:txBody>
      </p:sp>
      <p:sp>
        <p:nvSpPr>
          <p:cNvPr id="69649" name="Text Box 22"/>
          <p:cNvSpPr txBox="1"/>
          <p:nvPr/>
        </p:nvSpPr>
        <p:spPr>
          <a:xfrm>
            <a:off x="5564188" y="5761038"/>
            <a:ext cx="1939925" cy="346075"/>
          </a:xfrm>
          <a:prstGeom prst="rect">
            <a:avLst/>
          </a:prstGeom>
          <a:noFill/>
          <a:ln w="9525">
            <a:noFill/>
          </a:ln>
        </p:spPr>
        <p:txBody>
          <a:bodyPr lIns="54864" tIns="27433" rIns="54864" bIns="27433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dirty="0">
                <a:latin typeface="Arial Black" panose="020B0A04020102020204" pitchFamily="34" charset="0"/>
              </a:rPr>
              <a:t>Growing with God</a:t>
            </a:r>
            <a:endParaRPr lang="en-US" altLang="en-US" sz="1400" dirty="0"/>
          </a:p>
        </p:txBody>
      </p:sp>
      <p:sp>
        <p:nvSpPr>
          <p:cNvPr id="69650" name="Text Box 23"/>
          <p:cNvSpPr txBox="1"/>
          <p:nvPr/>
        </p:nvSpPr>
        <p:spPr>
          <a:xfrm>
            <a:off x="4970463" y="6180138"/>
            <a:ext cx="1354137" cy="398462"/>
          </a:xfrm>
          <a:prstGeom prst="rect">
            <a:avLst/>
          </a:prstGeom>
          <a:noFill/>
          <a:ln w="9525">
            <a:noFill/>
          </a:ln>
        </p:spPr>
        <p:txBody>
          <a:bodyPr lIns="54864" tIns="27433" rIns="54864" bIns="27433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dirty="0">
                <a:latin typeface="Arial Black" panose="020B0A04020102020204" pitchFamily="34" charset="0"/>
              </a:rPr>
              <a:t>Evangelism</a:t>
            </a:r>
            <a:endParaRPr lang="en-US" altLang="en-US" sz="1400" dirty="0"/>
          </a:p>
        </p:txBody>
      </p:sp>
      <p:sp>
        <p:nvSpPr>
          <p:cNvPr id="69651" name="Text Box 24"/>
          <p:cNvSpPr txBox="1"/>
          <p:nvPr/>
        </p:nvSpPr>
        <p:spPr>
          <a:xfrm>
            <a:off x="3124200" y="6313488"/>
            <a:ext cx="1222375" cy="331787"/>
          </a:xfrm>
          <a:prstGeom prst="rect">
            <a:avLst/>
          </a:prstGeom>
          <a:noFill/>
          <a:ln w="9525">
            <a:noFill/>
          </a:ln>
        </p:spPr>
        <p:txBody>
          <a:bodyPr lIns="54864" tIns="27433" rIns="54864" bIns="27433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dirty="0">
                <a:latin typeface="Arial Black" panose="020B0A04020102020204" pitchFamily="34" charset="0"/>
              </a:rPr>
              <a:t>Shelter</a:t>
            </a:r>
            <a:endParaRPr lang="en-US" altLang="en-US" sz="1400" dirty="0"/>
          </a:p>
        </p:txBody>
      </p:sp>
      <p:sp>
        <p:nvSpPr>
          <p:cNvPr id="69652" name="Text Box 25"/>
          <p:cNvSpPr txBox="1"/>
          <p:nvPr/>
        </p:nvSpPr>
        <p:spPr>
          <a:xfrm>
            <a:off x="2209800" y="6080125"/>
            <a:ext cx="2058988" cy="344488"/>
          </a:xfrm>
          <a:prstGeom prst="rect">
            <a:avLst/>
          </a:prstGeom>
          <a:noFill/>
          <a:ln w="9525">
            <a:noFill/>
          </a:ln>
        </p:spPr>
        <p:txBody>
          <a:bodyPr lIns="54864" tIns="27433" rIns="54864" bIns="27433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dirty="0">
                <a:latin typeface="Arial Black" panose="020B0A04020102020204" pitchFamily="34" charset="0"/>
              </a:rPr>
              <a:t>Preventing Disease</a:t>
            </a:r>
            <a:endParaRPr lang="en-US" altLang="en-US" sz="1400" dirty="0"/>
          </a:p>
        </p:txBody>
      </p:sp>
      <p:sp>
        <p:nvSpPr>
          <p:cNvPr id="69653" name="Text Box 26"/>
          <p:cNvSpPr txBox="1"/>
          <p:nvPr/>
        </p:nvSpPr>
        <p:spPr>
          <a:xfrm>
            <a:off x="1778000" y="5770563"/>
            <a:ext cx="1500188" cy="411162"/>
          </a:xfrm>
          <a:prstGeom prst="rect">
            <a:avLst/>
          </a:prstGeom>
          <a:noFill/>
          <a:ln w="9525">
            <a:noFill/>
          </a:ln>
        </p:spPr>
        <p:txBody>
          <a:bodyPr lIns="54864" tIns="27433" rIns="54864" bIns="27433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dirty="0">
                <a:latin typeface="Arial Black" panose="020B0A04020102020204" pitchFamily="34" charset="0"/>
              </a:rPr>
              <a:t>Immunization</a:t>
            </a:r>
            <a:endParaRPr lang="en-US" altLang="en-US" sz="1400" dirty="0"/>
          </a:p>
        </p:txBody>
      </p:sp>
      <p:sp>
        <p:nvSpPr>
          <p:cNvPr id="69654" name="Text Box 27"/>
          <p:cNvSpPr txBox="1"/>
          <p:nvPr/>
        </p:nvSpPr>
        <p:spPr>
          <a:xfrm>
            <a:off x="1327150" y="5491163"/>
            <a:ext cx="1447800" cy="412750"/>
          </a:xfrm>
          <a:prstGeom prst="rect">
            <a:avLst/>
          </a:prstGeom>
          <a:noFill/>
          <a:ln w="9525">
            <a:noFill/>
          </a:ln>
        </p:spPr>
        <p:txBody>
          <a:bodyPr lIns="54864" tIns="27433" rIns="54864" bIns="27433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dirty="0">
                <a:latin typeface="Arial Black" panose="020B0A04020102020204" pitchFamily="34" charset="0"/>
              </a:rPr>
              <a:t>Medical Care</a:t>
            </a:r>
            <a:endParaRPr lang="en-US" altLang="en-US" sz="1400" dirty="0"/>
          </a:p>
        </p:txBody>
      </p:sp>
      <p:sp>
        <p:nvSpPr>
          <p:cNvPr id="69655" name="Text Box 28"/>
          <p:cNvSpPr txBox="1"/>
          <p:nvPr/>
        </p:nvSpPr>
        <p:spPr>
          <a:xfrm>
            <a:off x="1093788" y="5187950"/>
            <a:ext cx="1566862" cy="412750"/>
          </a:xfrm>
          <a:prstGeom prst="rect">
            <a:avLst/>
          </a:prstGeom>
          <a:noFill/>
          <a:ln w="9525">
            <a:noFill/>
          </a:ln>
        </p:spPr>
        <p:txBody>
          <a:bodyPr lIns="54864" tIns="27433" rIns="54864" bIns="27433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dirty="0">
                <a:latin typeface="Arial Black" panose="020B0A04020102020204" pitchFamily="34" charset="0"/>
              </a:rPr>
              <a:t>Clean water</a:t>
            </a:r>
            <a:endParaRPr lang="en-US" altLang="en-US" sz="1400" dirty="0"/>
          </a:p>
        </p:txBody>
      </p:sp>
      <p:sp>
        <p:nvSpPr>
          <p:cNvPr id="69656" name="Text Box 29"/>
          <p:cNvSpPr txBox="1"/>
          <p:nvPr/>
        </p:nvSpPr>
        <p:spPr>
          <a:xfrm>
            <a:off x="808038" y="4886325"/>
            <a:ext cx="1593850" cy="412750"/>
          </a:xfrm>
          <a:prstGeom prst="rect">
            <a:avLst/>
          </a:prstGeom>
          <a:noFill/>
          <a:ln w="9525">
            <a:noFill/>
          </a:ln>
        </p:spPr>
        <p:txBody>
          <a:bodyPr lIns="54864" tIns="27433" rIns="54864" bIns="27433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dirty="0">
                <a:latin typeface="Arial Black" panose="020B0A04020102020204" pitchFamily="34" charset="0"/>
              </a:rPr>
              <a:t>Agriculture</a:t>
            </a:r>
            <a:endParaRPr lang="en-US" altLang="en-US" sz="1400" dirty="0"/>
          </a:p>
        </p:txBody>
      </p:sp>
      <p:sp>
        <p:nvSpPr>
          <p:cNvPr id="69657" name="Text Box 30"/>
          <p:cNvSpPr txBox="1"/>
          <p:nvPr/>
        </p:nvSpPr>
        <p:spPr>
          <a:xfrm>
            <a:off x="530225" y="4554538"/>
            <a:ext cx="1222375" cy="411162"/>
          </a:xfrm>
          <a:prstGeom prst="rect">
            <a:avLst/>
          </a:prstGeom>
          <a:noFill/>
          <a:ln w="9525">
            <a:noFill/>
          </a:ln>
        </p:spPr>
        <p:txBody>
          <a:bodyPr lIns="54864" tIns="27433" rIns="54864" bIns="27433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dirty="0">
                <a:latin typeface="Arial Black" panose="020B0A04020102020204" pitchFamily="34" charset="0"/>
              </a:rPr>
              <a:t>Sanitation</a:t>
            </a:r>
            <a:endParaRPr lang="en-US" altLang="en-US" sz="1400" dirty="0"/>
          </a:p>
        </p:txBody>
      </p:sp>
      <p:sp>
        <p:nvSpPr>
          <p:cNvPr id="69658" name="Text Box 31"/>
          <p:cNvSpPr txBox="1"/>
          <p:nvPr/>
        </p:nvSpPr>
        <p:spPr>
          <a:xfrm>
            <a:off x="438150" y="4141788"/>
            <a:ext cx="2032000" cy="412750"/>
          </a:xfrm>
          <a:prstGeom prst="rect">
            <a:avLst/>
          </a:prstGeom>
          <a:noFill/>
          <a:ln w="9525">
            <a:noFill/>
          </a:ln>
        </p:spPr>
        <p:txBody>
          <a:bodyPr lIns="54864" tIns="27433" rIns="54864" bIns="27433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dirty="0">
                <a:latin typeface="Arial Black" panose="020B0A04020102020204" pitchFamily="34" charset="0"/>
              </a:rPr>
              <a:t>Education</a:t>
            </a:r>
            <a:endParaRPr lang="en-US" altLang="en-US" sz="1400" dirty="0"/>
          </a:p>
        </p:txBody>
      </p:sp>
      <p:sp>
        <p:nvSpPr>
          <p:cNvPr id="69659" name="Text Box 32"/>
          <p:cNvSpPr txBox="1"/>
          <p:nvPr/>
        </p:nvSpPr>
        <p:spPr>
          <a:xfrm>
            <a:off x="263525" y="3810000"/>
            <a:ext cx="1435100" cy="411163"/>
          </a:xfrm>
          <a:prstGeom prst="rect">
            <a:avLst/>
          </a:prstGeom>
          <a:noFill/>
          <a:ln w="9525">
            <a:noFill/>
          </a:ln>
        </p:spPr>
        <p:txBody>
          <a:bodyPr lIns="54864" tIns="27433" rIns="54864" bIns="27433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dirty="0">
                <a:latin typeface="Arial Black" panose="020B0A04020102020204" pitchFamily="34" charset="0"/>
              </a:rPr>
              <a:t>Exercise</a:t>
            </a:r>
            <a:endParaRPr lang="en-US" altLang="en-US" sz="1400" dirty="0"/>
          </a:p>
        </p:txBody>
      </p:sp>
      <p:sp>
        <p:nvSpPr>
          <p:cNvPr id="69660" name="Text Box 33"/>
          <p:cNvSpPr txBox="1"/>
          <p:nvPr/>
        </p:nvSpPr>
        <p:spPr>
          <a:xfrm>
            <a:off x="6692900" y="1960563"/>
            <a:ext cx="1460500" cy="411162"/>
          </a:xfrm>
          <a:prstGeom prst="rect">
            <a:avLst/>
          </a:prstGeom>
          <a:noFill/>
          <a:ln w="9525">
            <a:noFill/>
          </a:ln>
        </p:spPr>
        <p:txBody>
          <a:bodyPr lIns="54864" tIns="27433" rIns="54864" bIns="27433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dirty="0">
                <a:latin typeface="Arial Black" panose="020B0A04020102020204" pitchFamily="34" charset="0"/>
              </a:rPr>
              <a:t>Relationships</a:t>
            </a:r>
            <a:endParaRPr lang="en-US" altLang="en-US" sz="1400" dirty="0"/>
          </a:p>
        </p:txBody>
      </p:sp>
      <p:sp>
        <p:nvSpPr>
          <p:cNvPr id="69661" name="Text Box 34"/>
          <p:cNvSpPr txBox="1"/>
          <p:nvPr/>
        </p:nvSpPr>
        <p:spPr>
          <a:xfrm>
            <a:off x="6838950" y="2295525"/>
            <a:ext cx="1846263" cy="411163"/>
          </a:xfrm>
          <a:prstGeom prst="rect">
            <a:avLst/>
          </a:prstGeom>
          <a:noFill/>
          <a:ln w="9525">
            <a:noFill/>
          </a:ln>
        </p:spPr>
        <p:txBody>
          <a:bodyPr lIns="54864" tIns="27433" rIns="54864" bIns="27433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dirty="0">
                <a:latin typeface="Arial Black" panose="020B0A04020102020204" pitchFamily="34" charset="0"/>
              </a:rPr>
              <a:t>Role in Society</a:t>
            </a:r>
            <a:endParaRPr lang="en-US" altLang="en-US" sz="1400" dirty="0"/>
          </a:p>
        </p:txBody>
      </p:sp>
      <p:sp>
        <p:nvSpPr>
          <p:cNvPr id="69662" name="Text Box 35"/>
          <p:cNvSpPr txBox="1"/>
          <p:nvPr/>
        </p:nvSpPr>
        <p:spPr>
          <a:xfrm>
            <a:off x="6989763" y="2720975"/>
            <a:ext cx="1925637" cy="411163"/>
          </a:xfrm>
          <a:prstGeom prst="rect">
            <a:avLst/>
          </a:prstGeom>
          <a:noFill/>
          <a:ln w="9525">
            <a:noFill/>
          </a:ln>
        </p:spPr>
        <p:txBody>
          <a:bodyPr lIns="54864" tIns="27433" rIns="54864" bIns="27433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dirty="0">
                <a:latin typeface="Arial Black" panose="020B0A04020102020204" pitchFamily="34" charset="0"/>
              </a:rPr>
              <a:t>Life in Boundaries</a:t>
            </a:r>
            <a:endParaRPr lang="en-US" altLang="en-US" sz="1400" dirty="0"/>
          </a:p>
        </p:txBody>
      </p:sp>
      <p:sp>
        <p:nvSpPr>
          <p:cNvPr id="69663" name="Text Box 36"/>
          <p:cNvSpPr txBox="1"/>
          <p:nvPr/>
        </p:nvSpPr>
        <p:spPr>
          <a:xfrm>
            <a:off x="7073900" y="4895850"/>
            <a:ext cx="1765300" cy="411163"/>
          </a:xfrm>
          <a:prstGeom prst="rect">
            <a:avLst/>
          </a:prstGeom>
          <a:noFill/>
          <a:ln w="9525">
            <a:noFill/>
          </a:ln>
        </p:spPr>
        <p:txBody>
          <a:bodyPr lIns="54864" tIns="27433" rIns="54864" bIns="27433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dirty="0">
                <a:latin typeface="Arial Black" panose="020B0A04020102020204" pitchFamily="34" charset="0"/>
              </a:rPr>
              <a:t>Obeying God</a:t>
            </a:r>
            <a:endParaRPr lang="en-US" altLang="en-US" sz="1400" dirty="0"/>
          </a:p>
        </p:txBody>
      </p:sp>
      <p:sp>
        <p:nvSpPr>
          <p:cNvPr id="69664" name="Text Box 37"/>
          <p:cNvSpPr txBox="1"/>
          <p:nvPr/>
        </p:nvSpPr>
        <p:spPr>
          <a:xfrm>
            <a:off x="6110288" y="5311775"/>
            <a:ext cx="2192337" cy="411163"/>
          </a:xfrm>
          <a:prstGeom prst="rect">
            <a:avLst/>
          </a:prstGeom>
          <a:noFill/>
          <a:ln w="9525">
            <a:noFill/>
          </a:ln>
        </p:spPr>
        <p:txBody>
          <a:bodyPr lIns="54864" tIns="27433" rIns="54864" bIns="27433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dirty="0">
                <a:latin typeface="Arial Black" panose="020B0A04020102020204" pitchFamily="34" charset="0"/>
              </a:rPr>
              <a:t>Spiritual Education</a:t>
            </a:r>
            <a:endParaRPr lang="en-US" altLang="en-US" sz="1400" dirty="0"/>
          </a:p>
        </p:txBody>
      </p:sp>
      <p:sp>
        <p:nvSpPr>
          <p:cNvPr id="69665" name="Text Box 38"/>
          <p:cNvSpPr txBox="1"/>
          <p:nvPr/>
        </p:nvSpPr>
        <p:spPr>
          <a:xfrm>
            <a:off x="249238" y="3492500"/>
            <a:ext cx="1222375" cy="411163"/>
          </a:xfrm>
          <a:prstGeom prst="rect">
            <a:avLst/>
          </a:prstGeom>
          <a:noFill/>
          <a:ln w="9525">
            <a:noFill/>
          </a:ln>
        </p:spPr>
        <p:txBody>
          <a:bodyPr lIns="54864" tIns="27433" rIns="54864" bIns="27433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dirty="0">
                <a:latin typeface="Arial Black" panose="020B0A04020102020204" pitchFamily="34" charset="0"/>
              </a:rPr>
              <a:t>Nutrition</a:t>
            </a:r>
            <a:endParaRPr lang="en-US" altLang="en-US" sz="1400" dirty="0"/>
          </a:p>
        </p:txBody>
      </p:sp>
      <p:sp>
        <p:nvSpPr>
          <p:cNvPr id="69666" name="Text Box 39"/>
          <p:cNvSpPr txBox="1"/>
          <p:nvPr/>
        </p:nvSpPr>
        <p:spPr>
          <a:xfrm>
            <a:off x="1289050" y="1816100"/>
            <a:ext cx="1539875" cy="412750"/>
          </a:xfrm>
          <a:prstGeom prst="rect">
            <a:avLst/>
          </a:prstGeom>
          <a:noFill/>
          <a:ln w="9525">
            <a:noFill/>
          </a:ln>
        </p:spPr>
        <p:txBody>
          <a:bodyPr lIns="54864" tIns="27433" rIns="54864" bIns="27433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dirty="0">
                <a:latin typeface="Arial Black" panose="020B0A04020102020204" pitchFamily="34" charset="0"/>
              </a:rPr>
              <a:t>Self-Esteem</a:t>
            </a:r>
            <a:endParaRPr lang="en-US" altLang="en-US" sz="1400" dirty="0"/>
          </a:p>
        </p:txBody>
      </p:sp>
      <p:sp>
        <p:nvSpPr>
          <p:cNvPr id="69667" name="Text Box 40"/>
          <p:cNvSpPr txBox="1"/>
          <p:nvPr/>
        </p:nvSpPr>
        <p:spPr>
          <a:xfrm>
            <a:off x="1006475" y="2119313"/>
            <a:ext cx="1182688" cy="411162"/>
          </a:xfrm>
          <a:prstGeom prst="rect">
            <a:avLst/>
          </a:prstGeom>
          <a:noFill/>
          <a:ln w="9525">
            <a:noFill/>
          </a:ln>
        </p:spPr>
        <p:txBody>
          <a:bodyPr lIns="54864" tIns="27433" rIns="54864" bIns="27433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dirty="0">
                <a:latin typeface="Arial Black" panose="020B0A04020102020204" pitchFamily="34" charset="0"/>
              </a:rPr>
              <a:t>Stability</a:t>
            </a:r>
            <a:endParaRPr lang="en-US" altLang="en-US" sz="1400" dirty="0"/>
          </a:p>
        </p:txBody>
      </p:sp>
      <p:sp>
        <p:nvSpPr>
          <p:cNvPr id="69668" name="Text Box 41"/>
          <p:cNvSpPr txBox="1"/>
          <p:nvPr/>
        </p:nvSpPr>
        <p:spPr>
          <a:xfrm>
            <a:off x="688975" y="2424113"/>
            <a:ext cx="1101725" cy="411162"/>
          </a:xfrm>
          <a:prstGeom prst="rect">
            <a:avLst/>
          </a:prstGeom>
          <a:noFill/>
          <a:ln w="9525">
            <a:noFill/>
          </a:ln>
        </p:spPr>
        <p:txBody>
          <a:bodyPr lIns="54864" tIns="27433" rIns="54864" bIns="27433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dirty="0">
                <a:latin typeface="Arial Black" panose="020B0A04020102020204" pitchFamily="34" charset="0"/>
              </a:rPr>
              <a:t>Intimacy</a:t>
            </a:r>
            <a:endParaRPr lang="en-US" altLang="en-US" sz="1400" dirty="0"/>
          </a:p>
        </p:txBody>
      </p:sp>
      <p:sp>
        <p:nvSpPr>
          <p:cNvPr id="69669" name="Text Box 42"/>
          <p:cNvSpPr txBox="1"/>
          <p:nvPr/>
        </p:nvSpPr>
        <p:spPr>
          <a:xfrm>
            <a:off x="436563" y="2820988"/>
            <a:ext cx="1195387" cy="411162"/>
          </a:xfrm>
          <a:prstGeom prst="rect">
            <a:avLst/>
          </a:prstGeom>
          <a:noFill/>
          <a:ln w="9525">
            <a:noFill/>
          </a:ln>
        </p:spPr>
        <p:txBody>
          <a:bodyPr lIns="54864" tIns="27433" rIns="54864" bIns="27433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dirty="0">
                <a:latin typeface="Arial Black" panose="020B0A04020102020204" pitchFamily="34" charset="0"/>
              </a:rPr>
              <a:t>Purpose</a:t>
            </a:r>
            <a:endParaRPr lang="en-US" altLang="en-US" sz="1400" dirty="0"/>
          </a:p>
        </p:txBody>
      </p:sp>
      <p:sp>
        <p:nvSpPr>
          <p:cNvPr id="69670" name="Text Box 43"/>
          <p:cNvSpPr txBox="1"/>
          <p:nvPr/>
        </p:nvSpPr>
        <p:spPr>
          <a:xfrm>
            <a:off x="347663" y="3192463"/>
            <a:ext cx="811212" cy="411162"/>
          </a:xfrm>
          <a:prstGeom prst="rect">
            <a:avLst/>
          </a:prstGeom>
          <a:noFill/>
          <a:ln w="9525">
            <a:noFill/>
          </a:ln>
        </p:spPr>
        <p:txBody>
          <a:bodyPr lIns="54864" tIns="27433" rIns="54864" bIns="27433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dirty="0">
                <a:latin typeface="Arial Black" panose="020B0A04020102020204" pitchFamily="34" charset="0"/>
              </a:rPr>
              <a:t>Rest</a:t>
            </a:r>
            <a:endParaRPr lang="en-US" altLang="en-US" sz="1400" dirty="0"/>
          </a:p>
        </p:txBody>
      </p:sp>
      <p:sp>
        <p:nvSpPr>
          <p:cNvPr id="69671" name="Text Box 44"/>
          <p:cNvSpPr txBox="1"/>
          <p:nvPr/>
        </p:nvSpPr>
        <p:spPr>
          <a:xfrm>
            <a:off x="15875" y="5942013"/>
            <a:ext cx="2762250" cy="731837"/>
          </a:xfrm>
          <a:prstGeom prst="rect">
            <a:avLst/>
          </a:prstGeom>
          <a:noFill/>
          <a:ln w="9525">
            <a:noFill/>
          </a:ln>
        </p:spPr>
        <p:txBody>
          <a:bodyPr lIns="54864" tIns="27433" rIns="54864" bIns="27433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3600" dirty="0">
                <a:solidFill>
                  <a:srgbClr val="FF0000"/>
                </a:solidFill>
                <a:latin typeface="Impact" panose="020B0806030902050204" pitchFamily="34" charset="0"/>
              </a:rPr>
              <a:t>Physical</a:t>
            </a:r>
            <a:endParaRPr lang="en-US" altLang="en-US" sz="3600" dirty="0"/>
          </a:p>
        </p:txBody>
      </p:sp>
      <p:sp>
        <p:nvSpPr>
          <p:cNvPr id="69672" name="Text Box 45"/>
          <p:cNvSpPr txBox="1"/>
          <p:nvPr/>
        </p:nvSpPr>
        <p:spPr>
          <a:xfrm>
            <a:off x="6629400" y="1639888"/>
            <a:ext cx="1114425" cy="411162"/>
          </a:xfrm>
          <a:prstGeom prst="rect">
            <a:avLst/>
          </a:prstGeom>
          <a:noFill/>
          <a:ln w="9525">
            <a:noFill/>
          </a:ln>
        </p:spPr>
        <p:txBody>
          <a:bodyPr lIns="54864" tIns="27433" rIns="54864" bIns="27433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dirty="0">
                <a:latin typeface="Arial Black" panose="020B0A04020102020204" pitchFamily="34" charset="0"/>
              </a:rPr>
              <a:t>Literacy</a:t>
            </a:r>
            <a:endParaRPr lang="en-US" altLang="en-US" sz="1400" dirty="0"/>
          </a:p>
        </p:txBody>
      </p:sp>
    </p:spTree>
  </p:cSld>
  <p:clrMapOvr>
    <a:masterClrMapping/>
  </p:clrMapOvr>
  <p:transition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682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en-US" dirty="0"/>
              <a:t>Spiritual: you and God!</a:t>
            </a:r>
            <a:endParaRPr lang="en-US" altLang="en-US" dirty="0"/>
          </a:p>
        </p:txBody>
      </p:sp>
      <p:sp>
        <p:nvSpPr>
          <p:cNvPr id="41987" name="Rectangle 3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pPr eaLnBrk="1" hangingPunct="1"/>
            <a:r>
              <a:rPr lang="en-US" altLang="en-US" dirty="0"/>
              <a:t>Your relationship with God</a:t>
            </a:r>
            <a:endParaRPr lang="en-US" altLang="en-US" dirty="0"/>
          </a:p>
          <a:p>
            <a:pPr eaLnBrk="1" hangingPunct="1"/>
            <a:r>
              <a:rPr lang="en-US" altLang="en-US" dirty="0"/>
              <a:t>Your core values</a:t>
            </a:r>
            <a:endParaRPr lang="en-US" altLang="en-US" dirty="0"/>
          </a:p>
          <a:p>
            <a:pPr eaLnBrk="1" hangingPunct="1"/>
            <a:r>
              <a:rPr lang="en-US" altLang="en-US" dirty="0"/>
              <a:t>Your sense of God-filled purpose in life</a:t>
            </a:r>
            <a:endParaRPr lang="en-US" alt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charRg st="0" end="2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charRg st="27" end="4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charRg st="44" end="8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987" grpId="0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3730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en-US" dirty="0"/>
              <a:t>The Whole Truth</a:t>
            </a:r>
            <a:endParaRPr lang="en-US" altLang="en-US" dirty="0"/>
          </a:p>
        </p:txBody>
      </p:sp>
      <p:sp>
        <p:nvSpPr>
          <p:cNvPr id="73731" name="Rectangle 3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90000"/>
              </a:lnSpc>
              <a:buNone/>
            </a:pPr>
            <a:r>
              <a:rPr lang="en-US" altLang="en-US" sz="2800" dirty="0"/>
              <a:t>Mark 12:28 … "Of all the commandments, which is the most important?"  29 "The most important one," answered Jesus, "is this: `Hear, O Israel, the Lord our God, the Lord is one. 30 Love the Lord your God with all your </a:t>
            </a:r>
            <a:r>
              <a:rPr lang="en-US" altLang="en-US" sz="2800" b="1" dirty="0"/>
              <a:t>heart </a:t>
            </a:r>
            <a:r>
              <a:rPr lang="en-US" altLang="en-US" sz="2800" dirty="0"/>
              <a:t>and with all your </a:t>
            </a:r>
            <a:r>
              <a:rPr lang="en-US" altLang="en-US" sz="2800" b="1" dirty="0"/>
              <a:t>soul </a:t>
            </a:r>
            <a:r>
              <a:rPr lang="en-US" altLang="en-US" sz="2800" dirty="0"/>
              <a:t>and with all your </a:t>
            </a:r>
            <a:r>
              <a:rPr lang="en-US" altLang="en-US" sz="2800" b="1" dirty="0"/>
              <a:t>mind </a:t>
            </a:r>
            <a:r>
              <a:rPr lang="en-US" altLang="en-US" sz="2800" dirty="0"/>
              <a:t>and with all your </a:t>
            </a:r>
            <a:r>
              <a:rPr lang="en-US" altLang="en-US" sz="2800" b="1" dirty="0"/>
              <a:t>strength</a:t>
            </a:r>
            <a:r>
              <a:rPr lang="en-US" altLang="en-US" sz="2800" dirty="0"/>
              <a:t>.' 31 The second is this: `Love your neighbour as yourself.' There is no commandment greater than these."</a:t>
            </a:r>
            <a:endParaRPr lang="en-US" altLang="en-US" sz="2800" dirty="0"/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Pixel">
  <a:themeElements>
    <a:clrScheme name="Pixel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Pixe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Pixel">
  <a:themeElements>
    <a:clrScheme name="Pixel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Pixe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Pixel</Template>
  <TotalTime>0</TotalTime>
  <Words>8030</Words>
  <Application>WPS Presentation</Application>
  <PresentationFormat/>
  <Paragraphs>392</Paragraphs>
  <Slides>38</Slides>
  <Notes>30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38</vt:i4>
      </vt:variant>
    </vt:vector>
  </HeadingPairs>
  <TitlesOfParts>
    <vt:vector size="52" baseType="lpstr">
      <vt:lpstr>Arial</vt:lpstr>
      <vt:lpstr>SimSun</vt:lpstr>
      <vt:lpstr>Wingdings</vt:lpstr>
      <vt:lpstr>Arial Black</vt:lpstr>
      <vt:lpstr>Times New Roman</vt:lpstr>
      <vt:lpstr>MS Mincho</vt:lpstr>
      <vt:lpstr>Yu Gothic</vt:lpstr>
      <vt:lpstr>MS PGothic</vt:lpstr>
      <vt:lpstr>Impact</vt:lpstr>
      <vt:lpstr>Microsoft YaHei</vt:lpstr>
      <vt:lpstr>Arial Unicode MS</vt:lpstr>
      <vt:lpstr>Arial</vt:lpstr>
      <vt:lpstr>Pixel</vt:lpstr>
      <vt:lpstr>1_Pixel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Health and Wholeness</dc:title>
  <dc:creator>Douglas Fountain</dc:creator>
  <cp:lastModifiedBy>user</cp:lastModifiedBy>
  <cp:revision>65</cp:revision>
  <dcterms:created xsi:type="dcterms:W3CDTF">2007-08-23T19:32:31Z</dcterms:created>
  <dcterms:modified xsi:type="dcterms:W3CDTF">2025-01-21T10:47:58Z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108F5178130C423F8AF704CAC82D01E2_12</vt:lpwstr>
  </property>
  <property fmtid="{D5CDD505-2E9C-101B-9397-08002B2CF9AE}" pid="3" name="KSOProductBuildVer">
    <vt:lpwstr>1033-12.2.0.19805</vt:lpwstr>
  </property>
</Properties>
</file>